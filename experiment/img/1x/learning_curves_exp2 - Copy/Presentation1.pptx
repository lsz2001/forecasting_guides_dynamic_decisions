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  <p:sldId id="260" r:id="rId3"/>
    <p:sldId id="259" r:id="rId4"/>
    <p:sldId id="261" r:id="rId5"/>
    <p:sldId id="262" r:id="rId6"/>
    <p:sldId id="263" r:id="rId7"/>
  </p:sldIdLst>
  <p:sldSz cx="182880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E61D"/>
    <a:srgbClr val="24B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32" d="100"/>
          <a:sy n="32" d="100"/>
        </p:scale>
        <p:origin x="1368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047539"/>
            <a:ext cx="13716000" cy="2228427"/>
          </a:xfrm>
        </p:spPr>
        <p:txBody>
          <a:bodyPr anchor="b"/>
          <a:lstStyle>
            <a:lvl1pPr algn="ctr">
              <a:defRPr sz="56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3361902"/>
            <a:ext cx="13716000" cy="1545378"/>
          </a:xfrm>
        </p:spPr>
        <p:txBody>
          <a:bodyPr/>
          <a:lstStyle>
            <a:lvl1pPr marL="0" indent="0" algn="ctr">
              <a:buNone/>
              <a:defRPr sz="2240"/>
            </a:lvl1pPr>
            <a:lvl2pPr marL="426705" indent="0" algn="ctr">
              <a:buNone/>
              <a:defRPr sz="1867"/>
            </a:lvl2pPr>
            <a:lvl3pPr marL="853410" indent="0" algn="ctr">
              <a:buNone/>
              <a:defRPr sz="1680"/>
            </a:lvl3pPr>
            <a:lvl4pPr marL="1280114" indent="0" algn="ctr">
              <a:buNone/>
              <a:defRPr sz="1493"/>
            </a:lvl4pPr>
            <a:lvl5pPr marL="1706819" indent="0" algn="ctr">
              <a:buNone/>
              <a:defRPr sz="1493"/>
            </a:lvl5pPr>
            <a:lvl6pPr marL="2133524" indent="0" algn="ctr">
              <a:buNone/>
              <a:defRPr sz="1493"/>
            </a:lvl6pPr>
            <a:lvl7pPr marL="2560229" indent="0" algn="ctr">
              <a:buNone/>
              <a:defRPr sz="1493"/>
            </a:lvl7pPr>
            <a:lvl8pPr marL="2986933" indent="0" algn="ctr">
              <a:buNone/>
              <a:defRPr sz="1493"/>
            </a:lvl8pPr>
            <a:lvl9pPr marL="3413638" indent="0" algn="ctr">
              <a:buNone/>
              <a:defRPr sz="1493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FDA2-12F1-4D5E-A8D5-0F428484AC36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8CB1-E3B3-4CB8-AA68-547A9BA4A8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469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FDA2-12F1-4D5E-A8D5-0F428484AC36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8CB1-E3B3-4CB8-AA68-547A9BA4A8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24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1595756"/>
            <a:ext cx="15773400" cy="2662555"/>
          </a:xfrm>
        </p:spPr>
        <p:txBody>
          <a:bodyPr anchor="b"/>
          <a:lstStyle>
            <a:lvl1pPr>
              <a:defRPr sz="56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4283499"/>
            <a:ext cx="15773400" cy="1400175"/>
          </a:xfrm>
        </p:spPr>
        <p:txBody>
          <a:bodyPr/>
          <a:lstStyle>
            <a:lvl1pPr marL="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1pPr>
            <a:lvl2pPr marL="42670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2pPr>
            <a:lvl3pPr marL="85341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3pPr>
            <a:lvl4pPr marL="1280114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4pPr>
            <a:lvl5pPr marL="1706819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5pPr>
            <a:lvl6pPr marL="2133524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6pPr>
            <a:lvl7pPr marL="2560229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7pPr>
            <a:lvl8pPr marL="2986933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8pPr>
            <a:lvl9pPr marL="3413638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FDA2-12F1-4D5E-A8D5-0F428484AC36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8CB1-E3B3-4CB8-AA68-547A9BA4A8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653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1703917"/>
            <a:ext cx="7772400" cy="4061249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1703917"/>
            <a:ext cx="7772400" cy="4061249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FDA2-12F1-4D5E-A8D5-0F428484AC36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8CB1-E3B3-4CB8-AA68-547A9BA4A8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98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340784"/>
            <a:ext cx="15773400" cy="123719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1569085"/>
            <a:ext cx="7736681" cy="768985"/>
          </a:xfrm>
        </p:spPr>
        <p:txBody>
          <a:bodyPr anchor="b"/>
          <a:lstStyle>
            <a:lvl1pPr marL="0" indent="0">
              <a:buNone/>
              <a:defRPr sz="2240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2338070"/>
            <a:ext cx="7736681" cy="3438949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1569085"/>
            <a:ext cx="7774782" cy="768985"/>
          </a:xfrm>
        </p:spPr>
        <p:txBody>
          <a:bodyPr anchor="b"/>
          <a:lstStyle>
            <a:lvl1pPr marL="0" indent="0">
              <a:buNone/>
              <a:defRPr sz="2240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2338070"/>
            <a:ext cx="7774782" cy="3438949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FDA2-12F1-4D5E-A8D5-0F428484AC36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8CB1-E3B3-4CB8-AA68-547A9BA4A8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126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FDA2-12F1-4D5E-A8D5-0F428484AC36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8CB1-E3B3-4CB8-AA68-547A9BA4A8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769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FDA2-12F1-4D5E-A8D5-0F428484AC36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8CB1-E3B3-4CB8-AA68-547A9BA4A8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867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426720"/>
            <a:ext cx="5898356" cy="1493520"/>
          </a:xfrm>
        </p:spPr>
        <p:txBody>
          <a:bodyPr anchor="b"/>
          <a:lstStyle>
            <a:lvl1pPr>
              <a:defRPr sz="2987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921597"/>
            <a:ext cx="9258300" cy="4548717"/>
          </a:xfrm>
        </p:spPr>
        <p:txBody>
          <a:bodyPr/>
          <a:lstStyle>
            <a:lvl1pPr>
              <a:defRPr sz="2987"/>
            </a:lvl1pPr>
            <a:lvl2pPr>
              <a:defRPr sz="2613"/>
            </a:lvl2pPr>
            <a:lvl3pPr>
              <a:defRPr sz="2240"/>
            </a:lvl3pPr>
            <a:lvl4pPr>
              <a:defRPr sz="1867"/>
            </a:lvl4pPr>
            <a:lvl5pPr>
              <a:defRPr sz="1867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1920240"/>
            <a:ext cx="5898356" cy="3557482"/>
          </a:xfrm>
        </p:spPr>
        <p:txBody>
          <a:bodyPr/>
          <a:lstStyle>
            <a:lvl1pPr marL="0" indent="0">
              <a:buNone/>
              <a:defRPr sz="1493"/>
            </a:lvl1pPr>
            <a:lvl2pPr marL="426705" indent="0">
              <a:buNone/>
              <a:defRPr sz="1307"/>
            </a:lvl2pPr>
            <a:lvl3pPr marL="853410" indent="0">
              <a:buNone/>
              <a:defRPr sz="1120"/>
            </a:lvl3pPr>
            <a:lvl4pPr marL="1280114" indent="0">
              <a:buNone/>
              <a:defRPr sz="933"/>
            </a:lvl4pPr>
            <a:lvl5pPr marL="1706819" indent="0">
              <a:buNone/>
              <a:defRPr sz="933"/>
            </a:lvl5pPr>
            <a:lvl6pPr marL="2133524" indent="0">
              <a:buNone/>
              <a:defRPr sz="933"/>
            </a:lvl6pPr>
            <a:lvl7pPr marL="2560229" indent="0">
              <a:buNone/>
              <a:defRPr sz="933"/>
            </a:lvl7pPr>
            <a:lvl8pPr marL="2986933" indent="0">
              <a:buNone/>
              <a:defRPr sz="933"/>
            </a:lvl8pPr>
            <a:lvl9pPr marL="3413638" indent="0">
              <a:buNone/>
              <a:defRPr sz="933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FDA2-12F1-4D5E-A8D5-0F428484AC36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8CB1-E3B3-4CB8-AA68-547A9BA4A8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634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426720"/>
            <a:ext cx="5898356" cy="1493520"/>
          </a:xfrm>
        </p:spPr>
        <p:txBody>
          <a:bodyPr anchor="b"/>
          <a:lstStyle>
            <a:lvl1pPr>
              <a:defRPr sz="2987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921597"/>
            <a:ext cx="9258300" cy="4548717"/>
          </a:xfrm>
        </p:spPr>
        <p:txBody>
          <a:bodyPr anchor="t"/>
          <a:lstStyle>
            <a:lvl1pPr marL="0" indent="0">
              <a:buNone/>
              <a:defRPr sz="2987"/>
            </a:lvl1pPr>
            <a:lvl2pPr marL="426705" indent="0">
              <a:buNone/>
              <a:defRPr sz="2613"/>
            </a:lvl2pPr>
            <a:lvl3pPr marL="853410" indent="0">
              <a:buNone/>
              <a:defRPr sz="2240"/>
            </a:lvl3pPr>
            <a:lvl4pPr marL="1280114" indent="0">
              <a:buNone/>
              <a:defRPr sz="1867"/>
            </a:lvl4pPr>
            <a:lvl5pPr marL="1706819" indent="0">
              <a:buNone/>
              <a:defRPr sz="1867"/>
            </a:lvl5pPr>
            <a:lvl6pPr marL="2133524" indent="0">
              <a:buNone/>
              <a:defRPr sz="1867"/>
            </a:lvl6pPr>
            <a:lvl7pPr marL="2560229" indent="0">
              <a:buNone/>
              <a:defRPr sz="1867"/>
            </a:lvl7pPr>
            <a:lvl8pPr marL="2986933" indent="0">
              <a:buNone/>
              <a:defRPr sz="1867"/>
            </a:lvl8pPr>
            <a:lvl9pPr marL="3413638" indent="0">
              <a:buNone/>
              <a:defRPr sz="1867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1920240"/>
            <a:ext cx="5898356" cy="3557482"/>
          </a:xfrm>
        </p:spPr>
        <p:txBody>
          <a:bodyPr/>
          <a:lstStyle>
            <a:lvl1pPr marL="0" indent="0">
              <a:buNone/>
              <a:defRPr sz="1493"/>
            </a:lvl1pPr>
            <a:lvl2pPr marL="426705" indent="0">
              <a:buNone/>
              <a:defRPr sz="1307"/>
            </a:lvl2pPr>
            <a:lvl3pPr marL="853410" indent="0">
              <a:buNone/>
              <a:defRPr sz="1120"/>
            </a:lvl3pPr>
            <a:lvl4pPr marL="1280114" indent="0">
              <a:buNone/>
              <a:defRPr sz="933"/>
            </a:lvl4pPr>
            <a:lvl5pPr marL="1706819" indent="0">
              <a:buNone/>
              <a:defRPr sz="933"/>
            </a:lvl5pPr>
            <a:lvl6pPr marL="2133524" indent="0">
              <a:buNone/>
              <a:defRPr sz="933"/>
            </a:lvl6pPr>
            <a:lvl7pPr marL="2560229" indent="0">
              <a:buNone/>
              <a:defRPr sz="933"/>
            </a:lvl7pPr>
            <a:lvl8pPr marL="2986933" indent="0">
              <a:buNone/>
              <a:defRPr sz="933"/>
            </a:lvl8pPr>
            <a:lvl9pPr marL="3413638" indent="0">
              <a:buNone/>
              <a:defRPr sz="933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FDA2-12F1-4D5E-A8D5-0F428484AC36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8CB1-E3B3-4CB8-AA68-547A9BA4A8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35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FDA2-12F1-4D5E-A8D5-0F428484AC36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8CB1-E3B3-4CB8-AA68-547A9BA4A8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731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340783"/>
            <a:ext cx="3943350" cy="5424382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40783"/>
            <a:ext cx="11601450" cy="5424382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FDA2-12F1-4D5E-A8D5-0F428484AC36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8CB1-E3B3-4CB8-AA68-547A9BA4A8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54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340784"/>
            <a:ext cx="15773400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1703917"/>
            <a:ext cx="1577340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5932594"/>
            <a:ext cx="41148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EFDA2-12F1-4D5E-A8D5-0F428484AC36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5932594"/>
            <a:ext cx="61722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5932594"/>
            <a:ext cx="41148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F8CB1-E3B3-4CB8-AA68-547A9BA4A8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028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853410" rtl="0" eaLnBrk="1" latinLnBrk="0" hangingPunct="1">
        <a:lnSpc>
          <a:spcPct val="90000"/>
        </a:lnSpc>
        <a:spcBef>
          <a:spcPct val="0"/>
        </a:spcBef>
        <a:buNone/>
        <a:defRPr sz="41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3352" indent="-213352" algn="l" defTabSz="8534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2613" kern="1200">
          <a:solidFill>
            <a:schemeClr val="tx1"/>
          </a:solidFill>
          <a:latin typeface="+mn-lt"/>
          <a:ea typeface="+mn-ea"/>
          <a:cs typeface="+mn-cs"/>
        </a:defRPr>
      </a:lvl1pPr>
      <a:lvl2pPr marL="640057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2pPr>
      <a:lvl3pPr marL="1066762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493467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920171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2346876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773581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6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626990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26705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53410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14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706819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2133524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560229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2986933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413638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80EA71A-7A95-6CD3-81F8-A4337E83AB98}"/>
              </a:ext>
            </a:extLst>
          </p:cNvPr>
          <p:cNvSpPr/>
          <p:nvPr/>
        </p:nvSpPr>
        <p:spPr>
          <a:xfrm>
            <a:off x="6055341" y="1797848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A2CBBA-06C7-1856-B28F-7A1E88CC001F}"/>
              </a:ext>
            </a:extLst>
          </p:cNvPr>
          <p:cNvSpPr/>
          <p:nvPr/>
        </p:nvSpPr>
        <p:spPr>
          <a:xfrm>
            <a:off x="6051314" y="4209619"/>
            <a:ext cx="4643908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8E8C72E-12BC-B1C6-C38C-25D74F941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235" y="628301"/>
            <a:ext cx="2153196" cy="61436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548EB04-4607-0EB1-B7EA-5476A3AA9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683" y="694151"/>
            <a:ext cx="2153196" cy="548510"/>
          </a:xfrm>
          <a:prstGeom prst="rect">
            <a:avLst/>
          </a:prstGeom>
        </p:spPr>
      </p:pic>
      <p:sp>
        <p:nvSpPr>
          <p:cNvPr id="35" name="Arrow: Right 34">
            <a:extLst>
              <a:ext uri="{FF2B5EF4-FFF2-40B4-BE49-F238E27FC236}">
                <a16:creationId xmlns:a16="http://schemas.microsoft.com/office/drawing/2014/main" id="{14DBEC52-478D-18AF-1C87-89CA4C4DBC24}"/>
              </a:ext>
            </a:extLst>
          </p:cNvPr>
          <p:cNvSpPr/>
          <p:nvPr/>
        </p:nvSpPr>
        <p:spPr>
          <a:xfrm>
            <a:off x="4438327" y="4639331"/>
            <a:ext cx="1592974" cy="606406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B241FFFC-09B0-EB6A-18F8-FA50ADEF3938}"/>
              </a:ext>
            </a:extLst>
          </p:cNvPr>
          <p:cNvSpPr/>
          <p:nvPr/>
        </p:nvSpPr>
        <p:spPr>
          <a:xfrm>
            <a:off x="4386435" y="2140151"/>
            <a:ext cx="1662731" cy="60640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DD9659-E282-2C68-59C3-6C31098B12E1}"/>
              </a:ext>
            </a:extLst>
          </p:cNvPr>
          <p:cNvSpPr/>
          <p:nvPr/>
        </p:nvSpPr>
        <p:spPr>
          <a:xfrm>
            <a:off x="4139499" y="2292406"/>
            <a:ext cx="305009" cy="7922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8B0427-6C29-CA7F-C7E7-30764214A2D2}"/>
              </a:ext>
            </a:extLst>
          </p:cNvPr>
          <p:cNvSpPr/>
          <p:nvPr/>
        </p:nvSpPr>
        <p:spPr>
          <a:xfrm>
            <a:off x="4133318" y="4367803"/>
            <a:ext cx="305009" cy="7261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E2485478-23D1-2FC0-6036-27B4DFAA49A3}"/>
              </a:ext>
            </a:extLst>
          </p:cNvPr>
          <p:cNvSpPr/>
          <p:nvPr/>
        </p:nvSpPr>
        <p:spPr>
          <a:xfrm>
            <a:off x="10695221" y="4603427"/>
            <a:ext cx="1326579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6FBA8BE9-F0FA-EB2C-271B-3802F9C8370C}"/>
              </a:ext>
            </a:extLst>
          </p:cNvPr>
          <p:cNvSpPr/>
          <p:nvPr/>
        </p:nvSpPr>
        <p:spPr>
          <a:xfrm>
            <a:off x="10699251" y="2111339"/>
            <a:ext cx="1332631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6F45BF-A070-B050-BBDE-AFC882A8909F}"/>
              </a:ext>
            </a:extLst>
          </p:cNvPr>
          <p:cNvSpPr txBox="1"/>
          <p:nvPr/>
        </p:nvSpPr>
        <p:spPr>
          <a:xfrm>
            <a:off x="3320078" y="1552899"/>
            <a:ext cx="2539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endParaRPr lang="zh-CN" altLang="en-US" sz="3600" b="1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1B0F3C-ECDF-E5DB-0176-F5F853CCEBF5}"/>
              </a:ext>
            </a:extLst>
          </p:cNvPr>
          <p:cNvSpPr txBox="1"/>
          <p:nvPr/>
        </p:nvSpPr>
        <p:spPr>
          <a:xfrm>
            <a:off x="3753103" y="5251841"/>
            <a:ext cx="1673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endParaRPr lang="zh-CN" altLang="en-US" sz="3600" b="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71BFD4-A9C9-FF6D-4084-527101691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39" y="3215642"/>
            <a:ext cx="914118" cy="104193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F4AC700-619F-3252-0D29-555D04B48464}"/>
              </a:ext>
            </a:extLst>
          </p:cNvPr>
          <p:cNvSpPr/>
          <p:nvPr/>
        </p:nvSpPr>
        <p:spPr>
          <a:xfrm>
            <a:off x="1849605" y="3235337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D82935-967C-E9F5-76F6-3C432FEB3896}"/>
              </a:ext>
            </a:extLst>
          </p:cNvPr>
          <p:cNvSpPr/>
          <p:nvPr/>
        </p:nvSpPr>
        <p:spPr>
          <a:xfrm>
            <a:off x="1836330" y="3897985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F0E2D6-90F5-0250-F362-DFF634A26E4A}"/>
              </a:ext>
            </a:extLst>
          </p:cNvPr>
          <p:cNvSpPr/>
          <p:nvPr/>
        </p:nvSpPr>
        <p:spPr>
          <a:xfrm>
            <a:off x="2799924" y="3235337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0DCFB4-6AAC-B0C7-E8DF-303AB89CF3EC}"/>
              </a:ext>
            </a:extLst>
          </p:cNvPr>
          <p:cNvSpPr/>
          <p:nvPr/>
        </p:nvSpPr>
        <p:spPr>
          <a:xfrm>
            <a:off x="3090353" y="3235337"/>
            <a:ext cx="34341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6A1A9E-41BC-5B87-5416-D2A0A569E66A}"/>
              </a:ext>
            </a:extLst>
          </p:cNvPr>
          <p:cNvSpPr/>
          <p:nvPr/>
        </p:nvSpPr>
        <p:spPr>
          <a:xfrm>
            <a:off x="3432552" y="3235337"/>
            <a:ext cx="57220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6B72B1-9606-758F-EC05-A54A5BC77710}"/>
              </a:ext>
            </a:extLst>
          </p:cNvPr>
          <p:cNvSpPr/>
          <p:nvPr/>
        </p:nvSpPr>
        <p:spPr>
          <a:xfrm>
            <a:off x="4005068" y="3236327"/>
            <a:ext cx="827197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778509-CF1B-54EC-D1B9-6D8B320D9383}"/>
              </a:ext>
            </a:extLst>
          </p:cNvPr>
          <p:cNvSpPr/>
          <p:nvPr/>
        </p:nvSpPr>
        <p:spPr>
          <a:xfrm>
            <a:off x="3956429" y="3898526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756D62-1653-329C-1AB8-5B5C9BD50950}"/>
              </a:ext>
            </a:extLst>
          </p:cNvPr>
          <p:cNvSpPr/>
          <p:nvPr/>
        </p:nvSpPr>
        <p:spPr>
          <a:xfrm>
            <a:off x="4075091" y="3897794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BB0B5D-1DCD-8C1A-F7F4-A68D3738D0A8}"/>
              </a:ext>
            </a:extLst>
          </p:cNvPr>
          <p:cNvSpPr/>
          <p:nvPr/>
        </p:nvSpPr>
        <p:spPr>
          <a:xfrm>
            <a:off x="4194202" y="3897794"/>
            <a:ext cx="18999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7A4217-B069-E1D5-79A7-C21CF5DAEE6B}"/>
              </a:ext>
            </a:extLst>
          </p:cNvPr>
          <p:cNvSpPr/>
          <p:nvPr/>
        </p:nvSpPr>
        <p:spPr>
          <a:xfrm>
            <a:off x="4383410" y="3897569"/>
            <a:ext cx="28335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C5BE72E6-22D9-3EEB-26B0-A5380FA90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4899" y="1899965"/>
            <a:ext cx="914118" cy="1041938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8D15E9D8-1A55-DE7F-E73D-434834F838F9}"/>
              </a:ext>
            </a:extLst>
          </p:cNvPr>
          <p:cNvSpPr/>
          <p:nvPr/>
        </p:nvSpPr>
        <p:spPr>
          <a:xfrm>
            <a:off x="7125866" y="1919661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0591CB6-87F6-5902-73D1-8FE89C80F560}"/>
              </a:ext>
            </a:extLst>
          </p:cNvPr>
          <p:cNvSpPr/>
          <p:nvPr/>
        </p:nvSpPr>
        <p:spPr>
          <a:xfrm>
            <a:off x="7112591" y="2582308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5045461-60D8-C76B-1CE2-76ED80D7DFA0}"/>
              </a:ext>
            </a:extLst>
          </p:cNvPr>
          <p:cNvSpPr/>
          <p:nvPr/>
        </p:nvSpPr>
        <p:spPr>
          <a:xfrm>
            <a:off x="8076187" y="1919659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50ADEC3-9602-B1DE-CF2F-AC1598E18171}"/>
              </a:ext>
            </a:extLst>
          </p:cNvPr>
          <p:cNvSpPr/>
          <p:nvPr/>
        </p:nvSpPr>
        <p:spPr>
          <a:xfrm>
            <a:off x="8366617" y="1919659"/>
            <a:ext cx="34341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B856F8-9C6C-565D-B6DC-668520732F58}"/>
              </a:ext>
            </a:extLst>
          </p:cNvPr>
          <p:cNvSpPr/>
          <p:nvPr/>
        </p:nvSpPr>
        <p:spPr>
          <a:xfrm>
            <a:off x="8708815" y="1919659"/>
            <a:ext cx="57220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B69AD62-27CE-D19F-E260-87ABE5866121}"/>
              </a:ext>
            </a:extLst>
          </p:cNvPr>
          <p:cNvSpPr/>
          <p:nvPr/>
        </p:nvSpPr>
        <p:spPr>
          <a:xfrm>
            <a:off x="9281330" y="1920649"/>
            <a:ext cx="827197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E8AC07F-17D5-5697-567A-2F8893EF4E37}"/>
              </a:ext>
            </a:extLst>
          </p:cNvPr>
          <p:cNvSpPr/>
          <p:nvPr/>
        </p:nvSpPr>
        <p:spPr>
          <a:xfrm>
            <a:off x="9232691" y="2582848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D86EDCA-5294-9D1C-D2AA-C62DEACF37CE}"/>
              </a:ext>
            </a:extLst>
          </p:cNvPr>
          <p:cNvSpPr/>
          <p:nvPr/>
        </p:nvSpPr>
        <p:spPr>
          <a:xfrm>
            <a:off x="9351353" y="2582116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1E89E12-31D5-4C7E-96EC-B3D2C820E404}"/>
              </a:ext>
            </a:extLst>
          </p:cNvPr>
          <p:cNvSpPr/>
          <p:nvPr/>
        </p:nvSpPr>
        <p:spPr>
          <a:xfrm>
            <a:off x="9470464" y="2582116"/>
            <a:ext cx="18999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BE589CA-8B0E-144E-65E9-3168871CFDD0}"/>
              </a:ext>
            </a:extLst>
          </p:cNvPr>
          <p:cNvSpPr/>
          <p:nvPr/>
        </p:nvSpPr>
        <p:spPr>
          <a:xfrm>
            <a:off x="9659673" y="2581893"/>
            <a:ext cx="28335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87191D1A-0C5C-3E96-5495-CA6E0B9731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4899" y="4347694"/>
            <a:ext cx="914118" cy="1041938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BA500687-A050-CFF5-F0BB-104CBD70265C}"/>
              </a:ext>
            </a:extLst>
          </p:cNvPr>
          <p:cNvSpPr/>
          <p:nvPr/>
        </p:nvSpPr>
        <p:spPr>
          <a:xfrm>
            <a:off x="7125866" y="4367388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000BD3E-9380-4054-936B-25CF1B28DB2B}"/>
              </a:ext>
            </a:extLst>
          </p:cNvPr>
          <p:cNvSpPr/>
          <p:nvPr/>
        </p:nvSpPr>
        <p:spPr>
          <a:xfrm>
            <a:off x="7112591" y="5030038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EA7B600-FEAD-C5D0-708C-9AD98420E398}"/>
              </a:ext>
            </a:extLst>
          </p:cNvPr>
          <p:cNvSpPr/>
          <p:nvPr/>
        </p:nvSpPr>
        <p:spPr>
          <a:xfrm>
            <a:off x="8076187" y="4367388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2FAD660-81BF-F8C2-3B86-586671EE600D}"/>
              </a:ext>
            </a:extLst>
          </p:cNvPr>
          <p:cNvSpPr/>
          <p:nvPr/>
        </p:nvSpPr>
        <p:spPr>
          <a:xfrm>
            <a:off x="8366617" y="4367388"/>
            <a:ext cx="34341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4EFA770-C0A4-5546-CC13-1ED65F618750}"/>
              </a:ext>
            </a:extLst>
          </p:cNvPr>
          <p:cNvSpPr/>
          <p:nvPr/>
        </p:nvSpPr>
        <p:spPr>
          <a:xfrm>
            <a:off x="8708815" y="4367388"/>
            <a:ext cx="57220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26EC93B-A06D-DAE9-B831-55BCFD56039F}"/>
              </a:ext>
            </a:extLst>
          </p:cNvPr>
          <p:cNvSpPr/>
          <p:nvPr/>
        </p:nvSpPr>
        <p:spPr>
          <a:xfrm>
            <a:off x="9281330" y="4368380"/>
            <a:ext cx="827197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CDE751D-06E0-44FD-1EC7-53C4EC0D7DF2}"/>
              </a:ext>
            </a:extLst>
          </p:cNvPr>
          <p:cNvSpPr/>
          <p:nvPr/>
        </p:nvSpPr>
        <p:spPr>
          <a:xfrm>
            <a:off x="9232691" y="5030578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F833CAF-C70D-0272-D8EC-263A2DC65277}"/>
              </a:ext>
            </a:extLst>
          </p:cNvPr>
          <p:cNvSpPr/>
          <p:nvPr/>
        </p:nvSpPr>
        <p:spPr>
          <a:xfrm>
            <a:off x="9351353" y="5029847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EBDF6F5-5320-164B-27C8-B80CCE3DEE45}"/>
              </a:ext>
            </a:extLst>
          </p:cNvPr>
          <p:cNvSpPr/>
          <p:nvPr/>
        </p:nvSpPr>
        <p:spPr>
          <a:xfrm>
            <a:off x="9470464" y="5029847"/>
            <a:ext cx="18999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D3829A5-F9B8-7E51-104B-BE79F4DB973D}"/>
              </a:ext>
            </a:extLst>
          </p:cNvPr>
          <p:cNvSpPr/>
          <p:nvPr/>
        </p:nvSpPr>
        <p:spPr>
          <a:xfrm>
            <a:off x="9659673" y="5029621"/>
            <a:ext cx="28335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08D3C5BC-C87F-474A-47F3-C3A15A170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7628" y="1919659"/>
            <a:ext cx="914118" cy="1041938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77F29D3E-7810-DCC6-0645-F8B0BC806521}"/>
              </a:ext>
            </a:extLst>
          </p:cNvPr>
          <p:cNvSpPr/>
          <p:nvPr/>
        </p:nvSpPr>
        <p:spPr>
          <a:xfrm>
            <a:off x="13118596" y="1939354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C2E9398-418E-C139-0E11-E4F5D5B3681E}"/>
              </a:ext>
            </a:extLst>
          </p:cNvPr>
          <p:cNvSpPr/>
          <p:nvPr/>
        </p:nvSpPr>
        <p:spPr>
          <a:xfrm>
            <a:off x="13105319" y="2602004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3DCE15C-A038-DAA4-0F52-10B97343B791}"/>
              </a:ext>
            </a:extLst>
          </p:cNvPr>
          <p:cNvSpPr/>
          <p:nvPr/>
        </p:nvSpPr>
        <p:spPr>
          <a:xfrm>
            <a:off x="14068917" y="1939353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37E5533-DFC2-A475-83D1-9A50BC070A82}"/>
              </a:ext>
            </a:extLst>
          </p:cNvPr>
          <p:cNvSpPr/>
          <p:nvPr/>
        </p:nvSpPr>
        <p:spPr>
          <a:xfrm>
            <a:off x="14359345" y="1939353"/>
            <a:ext cx="34341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A82A541-C2B3-190A-A763-410BC2CA78DC}"/>
              </a:ext>
            </a:extLst>
          </p:cNvPr>
          <p:cNvSpPr/>
          <p:nvPr/>
        </p:nvSpPr>
        <p:spPr>
          <a:xfrm>
            <a:off x="14701544" y="1939353"/>
            <a:ext cx="57220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98C7E04-970B-2BB8-B059-F482E0B09174}"/>
              </a:ext>
            </a:extLst>
          </p:cNvPr>
          <p:cNvSpPr/>
          <p:nvPr/>
        </p:nvSpPr>
        <p:spPr>
          <a:xfrm>
            <a:off x="15274058" y="1940343"/>
            <a:ext cx="827197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ED6608E-B4BB-D1BB-8C96-A39C043DE447}"/>
              </a:ext>
            </a:extLst>
          </p:cNvPr>
          <p:cNvSpPr/>
          <p:nvPr/>
        </p:nvSpPr>
        <p:spPr>
          <a:xfrm>
            <a:off x="15225422" y="2602542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A43F6D0-FD98-18D4-2603-490D856F0FC0}"/>
              </a:ext>
            </a:extLst>
          </p:cNvPr>
          <p:cNvSpPr/>
          <p:nvPr/>
        </p:nvSpPr>
        <p:spPr>
          <a:xfrm>
            <a:off x="15344082" y="2601813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AAE8B3C-99B8-DD70-1F7A-14DEDB61C3F7}"/>
              </a:ext>
            </a:extLst>
          </p:cNvPr>
          <p:cNvSpPr/>
          <p:nvPr/>
        </p:nvSpPr>
        <p:spPr>
          <a:xfrm>
            <a:off x="15463192" y="2601810"/>
            <a:ext cx="18999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DC5B56C-5FB2-1CF3-71B1-B054E8D7DD5D}"/>
              </a:ext>
            </a:extLst>
          </p:cNvPr>
          <p:cNvSpPr/>
          <p:nvPr/>
        </p:nvSpPr>
        <p:spPr>
          <a:xfrm>
            <a:off x="15652400" y="2601587"/>
            <a:ext cx="28335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09038FE3-6C94-1D73-8987-75F41ED6C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0907" y="4343165"/>
            <a:ext cx="914118" cy="1041938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2A1474FB-584A-F6F8-B65E-90DE2ED4F18F}"/>
              </a:ext>
            </a:extLst>
          </p:cNvPr>
          <p:cNvSpPr/>
          <p:nvPr/>
        </p:nvSpPr>
        <p:spPr>
          <a:xfrm>
            <a:off x="13131875" y="4362861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9414C54-D709-6F5B-020B-0D9F28AC8DE8}"/>
              </a:ext>
            </a:extLst>
          </p:cNvPr>
          <p:cNvSpPr/>
          <p:nvPr/>
        </p:nvSpPr>
        <p:spPr>
          <a:xfrm>
            <a:off x="13118597" y="5025510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822AD22-E4C9-78EB-5EC7-E5391C67A88A}"/>
              </a:ext>
            </a:extLst>
          </p:cNvPr>
          <p:cNvSpPr/>
          <p:nvPr/>
        </p:nvSpPr>
        <p:spPr>
          <a:xfrm>
            <a:off x="14082196" y="4362861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617DBF8-47EE-1124-D28A-B5321B68CF82}"/>
              </a:ext>
            </a:extLst>
          </p:cNvPr>
          <p:cNvSpPr/>
          <p:nvPr/>
        </p:nvSpPr>
        <p:spPr>
          <a:xfrm>
            <a:off x="14372623" y="4362861"/>
            <a:ext cx="34341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AB464AD-4070-D2B1-F343-2F9CD77C98F9}"/>
              </a:ext>
            </a:extLst>
          </p:cNvPr>
          <p:cNvSpPr/>
          <p:nvPr/>
        </p:nvSpPr>
        <p:spPr>
          <a:xfrm>
            <a:off x="14714822" y="4362861"/>
            <a:ext cx="57220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38F4BA4-7B46-D774-89F3-4BB8981FC1FD}"/>
              </a:ext>
            </a:extLst>
          </p:cNvPr>
          <p:cNvSpPr/>
          <p:nvPr/>
        </p:nvSpPr>
        <p:spPr>
          <a:xfrm>
            <a:off x="15287336" y="4363852"/>
            <a:ext cx="827197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1A60877-61DE-A6C0-CABD-97D7C915ABC3}"/>
              </a:ext>
            </a:extLst>
          </p:cNvPr>
          <p:cNvSpPr/>
          <p:nvPr/>
        </p:nvSpPr>
        <p:spPr>
          <a:xfrm>
            <a:off x="15238701" y="5026051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9730209-832E-390A-055D-E96E4E400D87}"/>
              </a:ext>
            </a:extLst>
          </p:cNvPr>
          <p:cNvSpPr/>
          <p:nvPr/>
        </p:nvSpPr>
        <p:spPr>
          <a:xfrm>
            <a:off x="15357359" y="5025318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60FE9A6-DE74-9163-18F0-6D7AF4A73ECE}"/>
              </a:ext>
            </a:extLst>
          </p:cNvPr>
          <p:cNvSpPr/>
          <p:nvPr/>
        </p:nvSpPr>
        <p:spPr>
          <a:xfrm>
            <a:off x="15476469" y="5025317"/>
            <a:ext cx="18999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D933BE7-C5BF-61A0-15A4-7C9A99A2A66D}"/>
              </a:ext>
            </a:extLst>
          </p:cNvPr>
          <p:cNvSpPr/>
          <p:nvPr/>
        </p:nvSpPr>
        <p:spPr>
          <a:xfrm>
            <a:off x="15665679" y="5025092"/>
            <a:ext cx="28335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11BBDC0-A1F1-A40E-1127-2C0FA6DE9B1C}"/>
              </a:ext>
            </a:extLst>
          </p:cNvPr>
          <p:cNvSpPr/>
          <p:nvPr/>
        </p:nvSpPr>
        <p:spPr>
          <a:xfrm>
            <a:off x="797376" y="3084654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3AD2358-8E50-3215-76D3-EF416ED68C75}"/>
              </a:ext>
            </a:extLst>
          </p:cNvPr>
          <p:cNvSpPr/>
          <p:nvPr/>
        </p:nvSpPr>
        <p:spPr>
          <a:xfrm>
            <a:off x="12049163" y="1801108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62C0E26-0B19-94BB-DF31-5997EE711A15}"/>
              </a:ext>
            </a:extLst>
          </p:cNvPr>
          <p:cNvSpPr/>
          <p:nvPr/>
        </p:nvSpPr>
        <p:spPr>
          <a:xfrm>
            <a:off x="12049163" y="4209619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E5551155-3B68-FE8E-ACF7-2B7A39450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78950" y="682620"/>
            <a:ext cx="2153197" cy="486397"/>
          </a:xfrm>
          <a:prstGeom prst="rect">
            <a:avLst/>
          </a:prstGeom>
        </p:spPr>
      </p:pic>
      <p:sp>
        <p:nvSpPr>
          <p:cNvPr id="96" name="Arrow: Right 95">
            <a:extLst>
              <a:ext uri="{FF2B5EF4-FFF2-40B4-BE49-F238E27FC236}">
                <a16:creationId xmlns:a16="http://schemas.microsoft.com/office/drawing/2014/main" id="{04F1D8FA-3CFF-2D30-B3B8-EC373A174EB2}"/>
              </a:ext>
            </a:extLst>
          </p:cNvPr>
          <p:cNvSpPr/>
          <p:nvPr/>
        </p:nvSpPr>
        <p:spPr>
          <a:xfrm>
            <a:off x="16697387" y="2114696"/>
            <a:ext cx="1332631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7" name="Arrow: Right 96">
            <a:extLst>
              <a:ext uri="{FF2B5EF4-FFF2-40B4-BE49-F238E27FC236}">
                <a16:creationId xmlns:a16="http://schemas.microsoft.com/office/drawing/2014/main" id="{1D74DDCB-49FD-8649-E816-92522997EDBA}"/>
              </a:ext>
            </a:extLst>
          </p:cNvPr>
          <p:cNvSpPr/>
          <p:nvPr/>
        </p:nvSpPr>
        <p:spPr>
          <a:xfrm>
            <a:off x="16699530" y="4603427"/>
            <a:ext cx="1332631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</p:spTree>
    <p:extLst>
      <p:ext uri="{BB962C8B-B14F-4D97-AF65-F5344CB8AC3E}">
        <p14:creationId xmlns:p14="http://schemas.microsoft.com/office/powerpoint/2010/main" val="1523901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80EA71A-7A95-6CD3-81F8-A4337E83AB98}"/>
              </a:ext>
            </a:extLst>
          </p:cNvPr>
          <p:cNvSpPr/>
          <p:nvPr/>
        </p:nvSpPr>
        <p:spPr>
          <a:xfrm>
            <a:off x="6055341" y="1797848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A2CBBA-06C7-1856-B28F-7A1E88CC001F}"/>
              </a:ext>
            </a:extLst>
          </p:cNvPr>
          <p:cNvSpPr/>
          <p:nvPr/>
        </p:nvSpPr>
        <p:spPr>
          <a:xfrm>
            <a:off x="6051314" y="4209619"/>
            <a:ext cx="4643908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8E8C72E-12BC-B1C6-C38C-25D74F941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235" y="628301"/>
            <a:ext cx="2153196" cy="61436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548EB04-4607-0EB1-B7EA-5476A3AA9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683" y="694151"/>
            <a:ext cx="2153196" cy="548510"/>
          </a:xfrm>
          <a:prstGeom prst="rect">
            <a:avLst/>
          </a:prstGeom>
        </p:spPr>
      </p:pic>
      <p:sp>
        <p:nvSpPr>
          <p:cNvPr id="35" name="Arrow: Right 34">
            <a:extLst>
              <a:ext uri="{FF2B5EF4-FFF2-40B4-BE49-F238E27FC236}">
                <a16:creationId xmlns:a16="http://schemas.microsoft.com/office/drawing/2014/main" id="{14DBEC52-478D-18AF-1C87-89CA4C4DBC24}"/>
              </a:ext>
            </a:extLst>
          </p:cNvPr>
          <p:cNvSpPr/>
          <p:nvPr/>
        </p:nvSpPr>
        <p:spPr>
          <a:xfrm>
            <a:off x="4438327" y="4639331"/>
            <a:ext cx="1592974" cy="606406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B241FFFC-09B0-EB6A-18F8-FA50ADEF3938}"/>
              </a:ext>
            </a:extLst>
          </p:cNvPr>
          <p:cNvSpPr/>
          <p:nvPr/>
        </p:nvSpPr>
        <p:spPr>
          <a:xfrm>
            <a:off x="4386435" y="2140151"/>
            <a:ext cx="1662731" cy="60640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DD9659-E282-2C68-59C3-6C31098B12E1}"/>
              </a:ext>
            </a:extLst>
          </p:cNvPr>
          <p:cNvSpPr/>
          <p:nvPr/>
        </p:nvSpPr>
        <p:spPr>
          <a:xfrm>
            <a:off x="4139499" y="2292406"/>
            <a:ext cx="305009" cy="7922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8B0427-6C29-CA7F-C7E7-30764214A2D2}"/>
              </a:ext>
            </a:extLst>
          </p:cNvPr>
          <p:cNvSpPr/>
          <p:nvPr/>
        </p:nvSpPr>
        <p:spPr>
          <a:xfrm>
            <a:off x="4133318" y="4367803"/>
            <a:ext cx="305009" cy="7261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E2485478-23D1-2FC0-6036-27B4DFAA49A3}"/>
              </a:ext>
            </a:extLst>
          </p:cNvPr>
          <p:cNvSpPr/>
          <p:nvPr/>
        </p:nvSpPr>
        <p:spPr>
          <a:xfrm>
            <a:off x="10695221" y="4603427"/>
            <a:ext cx="1326579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6FBA8BE9-F0FA-EB2C-271B-3802F9C8370C}"/>
              </a:ext>
            </a:extLst>
          </p:cNvPr>
          <p:cNvSpPr/>
          <p:nvPr/>
        </p:nvSpPr>
        <p:spPr>
          <a:xfrm>
            <a:off x="10699251" y="2111339"/>
            <a:ext cx="1332631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6F45BF-A070-B050-BBDE-AFC882A8909F}"/>
              </a:ext>
            </a:extLst>
          </p:cNvPr>
          <p:cNvSpPr txBox="1"/>
          <p:nvPr/>
        </p:nvSpPr>
        <p:spPr>
          <a:xfrm>
            <a:off x="3320078" y="1552899"/>
            <a:ext cx="2539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endParaRPr lang="zh-CN" altLang="en-US" sz="3600" b="1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1B0F3C-ECDF-E5DB-0176-F5F853CCEBF5}"/>
              </a:ext>
            </a:extLst>
          </p:cNvPr>
          <p:cNvSpPr txBox="1"/>
          <p:nvPr/>
        </p:nvSpPr>
        <p:spPr>
          <a:xfrm>
            <a:off x="3753103" y="5251841"/>
            <a:ext cx="1673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endParaRPr lang="zh-CN" altLang="en-US" sz="3600" b="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71BFD4-A9C9-FF6D-4084-527101691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39" y="3215642"/>
            <a:ext cx="914118" cy="104193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F4AC700-619F-3252-0D29-555D04B48464}"/>
              </a:ext>
            </a:extLst>
          </p:cNvPr>
          <p:cNvSpPr/>
          <p:nvPr/>
        </p:nvSpPr>
        <p:spPr>
          <a:xfrm>
            <a:off x="1835038" y="3860431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D82935-967C-E9F5-76F6-3C432FEB3896}"/>
              </a:ext>
            </a:extLst>
          </p:cNvPr>
          <p:cNvSpPr/>
          <p:nvPr/>
        </p:nvSpPr>
        <p:spPr>
          <a:xfrm>
            <a:off x="1836330" y="3227424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F0E2D6-90F5-0250-F362-DFF634A26E4A}"/>
              </a:ext>
            </a:extLst>
          </p:cNvPr>
          <p:cNvSpPr/>
          <p:nvPr/>
        </p:nvSpPr>
        <p:spPr>
          <a:xfrm>
            <a:off x="2785357" y="3860431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0DCFB4-6AAC-B0C7-E8DF-303AB89CF3EC}"/>
              </a:ext>
            </a:extLst>
          </p:cNvPr>
          <p:cNvSpPr/>
          <p:nvPr/>
        </p:nvSpPr>
        <p:spPr>
          <a:xfrm>
            <a:off x="3075786" y="3860431"/>
            <a:ext cx="34341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6A1A9E-41BC-5B87-5416-D2A0A569E66A}"/>
              </a:ext>
            </a:extLst>
          </p:cNvPr>
          <p:cNvSpPr/>
          <p:nvPr/>
        </p:nvSpPr>
        <p:spPr>
          <a:xfrm>
            <a:off x="3417985" y="3860431"/>
            <a:ext cx="57220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6B72B1-9606-758F-EC05-A54A5BC77710}"/>
              </a:ext>
            </a:extLst>
          </p:cNvPr>
          <p:cNvSpPr/>
          <p:nvPr/>
        </p:nvSpPr>
        <p:spPr>
          <a:xfrm>
            <a:off x="3990501" y="3861421"/>
            <a:ext cx="827197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778509-CF1B-54EC-D1B9-6D8B320D9383}"/>
              </a:ext>
            </a:extLst>
          </p:cNvPr>
          <p:cNvSpPr/>
          <p:nvPr/>
        </p:nvSpPr>
        <p:spPr>
          <a:xfrm>
            <a:off x="3956429" y="3227965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756D62-1653-329C-1AB8-5B5C9BD50950}"/>
              </a:ext>
            </a:extLst>
          </p:cNvPr>
          <p:cNvSpPr/>
          <p:nvPr/>
        </p:nvSpPr>
        <p:spPr>
          <a:xfrm>
            <a:off x="4075091" y="3227233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BB0B5D-1DCD-8C1A-F7F4-A68D3738D0A8}"/>
              </a:ext>
            </a:extLst>
          </p:cNvPr>
          <p:cNvSpPr/>
          <p:nvPr/>
        </p:nvSpPr>
        <p:spPr>
          <a:xfrm>
            <a:off x="4194202" y="3227233"/>
            <a:ext cx="18999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7A4217-B069-E1D5-79A7-C21CF5DAEE6B}"/>
              </a:ext>
            </a:extLst>
          </p:cNvPr>
          <p:cNvSpPr/>
          <p:nvPr/>
        </p:nvSpPr>
        <p:spPr>
          <a:xfrm>
            <a:off x="4383410" y="3227008"/>
            <a:ext cx="28335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11BBDC0-A1F1-A40E-1127-2C0FA6DE9B1C}"/>
              </a:ext>
            </a:extLst>
          </p:cNvPr>
          <p:cNvSpPr/>
          <p:nvPr/>
        </p:nvSpPr>
        <p:spPr>
          <a:xfrm>
            <a:off x="797376" y="3084654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3AD2358-8E50-3215-76D3-EF416ED68C75}"/>
              </a:ext>
            </a:extLst>
          </p:cNvPr>
          <p:cNvSpPr/>
          <p:nvPr/>
        </p:nvSpPr>
        <p:spPr>
          <a:xfrm>
            <a:off x="12049163" y="1801108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62C0E26-0B19-94BB-DF31-5997EE711A15}"/>
              </a:ext>
            </a:extLst>
          </p:cNvPr>
          <p:cNvSpPr/>
          <p:nvPr/>
        </p:nvSpPr>
        <p:spPr>
          <a:xfrm>
            <a:off x="12049163" y="4209619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E5551155-3B68-FE8E-ACF7-2B7A39450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7050" y="682620"/>
            <a:ext cx="2153197" cy="48639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72731BF-C1E8-F43E-7A51-DE9D1FD21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6828" y="1927647"/>
            <a:ext cx="914118" cy="104193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5CF113-0F0D-7B98-1616-E925F3CB1313}"/>
              </a:ext>
            </a:extLst>
          </p:cNvPr>
          <p:cNvSpPr/>
          <p:nvPr/>
        </p:nvSpPr>
        <p:spPr>
          <a:xfrm>
            <a:off x="7093227" y="2572436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544E58-156E-079D-B730-8B9E2D1DBC21}"/>
              </a:ext>
            </a:extLst>
          </p:cNvPr>
          <p:cNvSpPr/>
          <p:nvPr/>
        </p:nvSpPr>
        <p:spPr>
          <a:xfrm>
            <a:off x="7094519" y="1939429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49C91D-C845-DD98-721A-D27CE8F25A5E}"/>
              </a:ext>
            </a:extLst>
          </p:cNvPr>
          <p:cNvSpPr/>
          <p:nvPr/>
        </p:nvSpPr>
        <p:spPr>
          <a:xfrm>
            <a:off x="8043546" y="2572436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889FBC-EF8E-B4A0-B13A-A18E9B16963F}"/>
              </a:ext>
            </a:extLst>
          </p:cNvPr>
          <p:cNvSpPr/>
          <p:nvPr/>
        </p:nvSpPr>
        <p:spPr>
          <a:xfrm>
            <a:off x="8333975" y="2572436"/>
            <a:ext cx="34341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502213-1980-A027-C1B7-ACE858A35D83}"/>
              </a:ext>
            </a:extLst>
          </p:cNvPr>
          <p:cNvSpPr/>
          <p:nvPr/>
        </p:nvSpPr>
        <p:spPr>
          <a:xfrm>
            <a:off x="8676174" y="2572436"/>
            <a:ext cx="57220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50E42E-39ED-56DC-A934-7E5105E2C43C}"/>
              </a:ext>
            </a:extLst>
          </p:cNvPr>
          <p:cNvSpPr/>
          <p:nvPr/>
        </p:nvSpPr>
        <p:spPr>
          <a:xfrm>
            <a:off x="9248690" y="2573426"/>
            <a:ext cx="827197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9513E-BCEB-9260-EEFA-858B83590A00}"/>
              </a:ext>
            </a:extLst>
          </p:cNvPr>
          <p:cNvSpPr/>
          <p:nvPr/>
        </p:nvSpPr>
        <p:spPr>
          <a:xfrm>
            <a:off x="9214618" y="1939970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90AD42-2023-1035-6E03-F11BA82F7102}"/>
              </a:ext>
            </a:extLst>
          </p:cNvPr>
          <p:cNvSpPr/>
          <p:nvPr/>
        </p:nvSpPr>
        <p:spPr>
          <a:xfrm>
            <a:off x="9333280" y="1939238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ECC5A2-050B-F2A7-1346-2A5B21618DB5}"/>
              </a:ext>
            </a:extLst>
          </p:cNvPr>
          <p:cNvSpPr/>
          <p:nvPr/>
        </p:nvSpPr>
        <p:spPr>
          <a:xfrm>
            <a:off x="9452391" y="1939238"/>
            <a:ext cx="18999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ACD7CB-A6E0-EAF5-6BC7-5F68E5F23804}"/>
              </a:ext>
            </a:extLst>
          </p:cNvPr>
          <p:cNvSpPr/>
          <p:nvPr/>
        </p:nvSpPr>
        <p:spPr>
          <a:xfrm>
            <a:off x="9641599" y="1939013"/>
            <a:ext cx="28335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650D702-227E-CA16-4743-55B8F8C18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6126" y="4345037"/>
            <a:ext cx="914118" cy="104193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889F486-929C-DD3E-37EE-7794E6C5D7FC}"/>
              </a:ext>
            </a:extLst>
          </p:cNvPr>
          <p:cNvSpPr/>
          <p:nvPr/>
        </p:nvSpPr>
        <p:spPr>
          <a:xfrm>
            <a:off x="7112525" y="4989826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7043FD-1E4D-1AFD-CE15-A3FD54F4DD47}"/>
              </a:ext>
            </a:extLst>
          </p:cNvPr>
          <p:cNvSpPr/>
          <p:nvPr/>
        </p:nvSpPr>
        <p:spPr>
          <a:xfrm>
            <a:off x="7113817" y="4356819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8FF3CA-2F1B-C1AA-BA5C-F9798A8D61FF}"/>
              </a:ext>
            </a:extLst>
          </p:cNvPr>
          <p:cNvSpPr/>
          <p:nvPr/>
        </p:nvSpPr>
        <p:spPr>
          <a:xfrm>
            <a:off x="8062844" y="4989826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E0590A-ED01-BCA8-9634-2579C95F8BA7}"/>
              </a:ext>
            </a:extLst>
          </p:cNvPr>
          <p:cNvSpPr/>
          <p:nvPr/>
        </p:nvSpPr>
        <p:spPr>
          <a:xfrm>
            <a:off x="8353273" y="4989826"/>
            <a:ext cx="34341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A6E32B-2611-90BF-B84C-DA9FCF3DC0E0}"/>
              </a:ext>
            </a:extLst>
          </p:cNvPr>
          <p:cNvSpPr/>
          <p:nvPr/>
        </p:nvSpPr>
        <p:spPr>
          <a:xfrm>
            <a:off x="8695472" y="4989826"/>
            <a:ext cx="57220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0B6DB3-9573-60D2-0B5B-A3FA3AC1FFA9}"/>
              </a:ext>
            </a:extLst>
          </p:cNvPr>
          <p:cNvSpPr/>
          <p:nvPr/>
        </p:nvSpPr>
        <p:spPr>
          <a:xfrm>
            <a:off x="9267988" y="4990816"/>
            <a:ext cx="827197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E4B7252-7E16-31C7-9277-05359ED64988}"/>
              </a:ext>
            </a:extLst>
          </p:cNvPr>
          <p:cNvSpPr/>
          <p:nvPr/>
        </p:nvSpPr>
        <p:spPr>
          <a:xfrm>
            <a:off x="9233916" y="4357360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2C300FE-C391-0A2C-0865-8959889B02DE}"/>
              </a:ext>
            </a:extLst>
          </p:cNvPr>
          <p:cNvSpPr/>
          <p:nvPr/>
        </p:nvSpPr>
        <p:spPr>
          <a:xfrm>
            <a:off x="9352578" y="4356628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BFBCCEE-DA8F-1391-6754-D4300ECCD34B}"/>
              </a:ext>
            </a:extLst>
          </p:cNvPr>
          <p:cNvSpPr/>
          <p:nvPr/>
        </p:nvSpPr>
        <p:spPr>
          <a:xfrm>
            <a:off x="9471689" y="4356628"/>
            <a:ext cx="18999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C9AB05E-2811-57C5-0348-806A4F846C9D}"/>
              </a:ext>
            </a:extLst>
          </p:cNvPr>
          <p:cNvSpPr/>
          <p:nvPr/>
        </p:nvSpPr>
        <p:spPr>
          <a:xfrm>
            <a:off x="9660897" y="4356403"/>
            <a:ext cx="28335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87B97C40-0B45-38C7-2058-9319C32F3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9904" y="1927647"/>
            <a:ext cx="914118" cy="1041938"/>
          </a:xfrm>
          <a:prstGeom prst="rect">
            <a:avLst/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32B4F47F-AB54-F265-EFE3-3CE131ED3917}"/>
              </a:ext>
            </a:extLst>
          </p:cNvPr>
          <p:cNvSpPr/>
          <p:nvPr/>
        </p:nvSpPr>
        <p:spPr>
          <a:xfrm>
            <a:off x="13136303" y="2572436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557A48E-5E91-7BDA-3B67-6D9DFCF67C40}"/>
              </a:ext>
            </a:extLst>
          </p:cNvPr>
          <p:cNvSpPr/>
          <p:nvPr/>
        </p:nvSpPr>
        <p:spPr>
          <a:xfrm>
            <a:off x="13137595" y="1939429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731EB9F-FE57-8DDF-1B32-1ED76381B5C8}"/>
              </a:ext>
            </a:extLst>
          </p:cNvPr>
          <p:cNvSpPr/>
          <p:nvPr/>
        </p:nvSpPr>
        <p:spPr>
          <a:xfrm>
            <a:off x="14086622" y="2572436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D2E3030-9BB6-8A21-5EE9-4E0D005CE9EA}"/>
              </a:ext>
            </a:extLst>
          </p:cNvPr>
          <p:cNvSpPr/>
          <p:nvPr/>
        </p:nvSpPr>
        <p:spPr>
          <a:xfrm>
            <a:off x="14377051" y="2572436"/>
            <a:ext cx="34341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45D4ABE-FB84-0596-7D45-C8D8F742C41A}"/>
              </a:ext>
            </a:extLst>
          </p:cNvPr>
          <p:cNvSpPr/>
          <p:nvPr/>
        </p:nvSpPr>
        <p:spPr>
          <a:xfrm>
            <a:off x="14719250" y="2572436"/>
            <a:ext cx="57220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B90DC32-3E39-7926-3FD9-E25EBD66D628}"/>
              </a:ext>
            </a:extLst>
          </p:cNvPr>
          <p:cNvSpPr/>
          <p:nvPr/>
        </p:nvSpPr>
        <p:spPr>
          <a:xfrm>
            <a:off x="15291766" y="2573426"/>
            <a:ext cx="827197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12DC630-09B1-A840-023D-7C9FBE8E1641}"/>
              </a:ext>
            </a:extLst>
          </p:cNvPr>
          <p:cNvSpPr/>
          <p:nvPr/>
        </p:nvSpPr>
        <p:spPr>
          <a:xfrm>
            <a:off x="15257694" y="1939970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A6E3AF7-7080-6D3A-58E7-3DEBC8BE9ABF}"/>
              </a:ext>
            </a:extLst>
          </p:cNvPr>
          <p:cNvSpPr/>
          <p:nvPr/>
        </p:nvSpPr>
        <p:spPr>
          <a:xfrm>
            <a:off x="15376356" y="1939238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66F41BC-057E-926E-B6D4-84FB4D7D7EE8}"/>
              </a:ext>
            </a:extLst>
          </p:cNvPr>
          <p:cNvSpPr/>
          <p:nvPr/>
        </p:nvSpPr>
        <p:spPr>
          <a:xfrm>
            <a:off x="15495467" y="1939238"/>
            <a:ext cx="18999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66583B4-13E0-9399-94E8-1CA3A9A088AF}"/>
              </a:ext>
            </a:extLst>
          </p:cNvPr>
          <p:cNvSpPr/>
          <p:nvPr/>
        </p:nvSpPr>
        <p:spPr>
          <a:xfrm>
            <a:off x="15684675" y="1939013"/>
            <a:ext cx="28335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2A9AC9A0-3851-4694-FB47-47F63E871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9904" y="4342840"/>
            <a:ext cx="914118" cy="1041938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3FD46AE6-2F1B-3C65-82E5-5D7F54A0D8C9}"/>
              </a:ext>
            </a:extLst>
          </p:cNvPr>
          <p:cNvSpPr/>
          <p:nvPr/>
        </p:nvSpPr>
        <p:spPr>
          <a:xfrm>
            <a:off x="13136303" y="4987629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52A9797-F2FE-1666-2AA3-B6ECE124EF28}"/>
              </a:ext>
            </a:extLst>
          </p:cNvPr>
          <p:cNvSpPr/>
          <p:nvPr/>
        </p:nvSpPr>
        <p:spPr>
          <a:xfrm>
            <a:off x="13137595" y="4354622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C56802F-F04E-8203-6F3D-F864082E01E6}"/>
              </a:ext>
            </a:extLst>
          </p:cNvPr>
          <p:cNvSpPr/>
          <p:nvPr/>
        </p:nvSpPr>
        <p:spPr>
          <a:xfrm>
            <a:off x="14086622" y="4987629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F1DEFCF-56A4-4CF2-F482-83BD129C15CA}"/>
              </a:ext>
            </a:extLst>
          </p:cNvPr>
          <p:cNvSpPr/>
          <p:nvPr/>
        </p:nvSpPr>
        <p:spPr>
          <a:xfrm>
            <a:off x="14377051" y="4987629"/>
            <a:ext cx="34341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3648682-0B06-1698-A691-36DE4169DC66}"/>
              </a:ext>
            </a:extLst>
          </p:cNvPr>
          <p:cNvSpPr/>
          <p:nvPr/>
        </p:nvSpPr>
        <p:spPr>
          <a:xfrm>
            <a:off x="14719250" y="4987629"/>
            <a:ext cx="57220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9D8B28D-6918-C160-338C-6E18C77FDA38}"/>
              </a:ext>
            </a:extLst>
          </p:cNvPr>
          <p:cNvSpPr/>
          <p:nvPr/>
        </p:nvSpPr>
        <p:spPr>
          <a:xfrm>
            <a:off x="15291766" y="4988619"/>
            <a:ext cx="827197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1CCA16C-8902-CBC4-C832-ECE8E8F7B727}"/>
              </a:ext>
            </a:extLst>
          </p:cNvPr>
          <p:cNvSpPr/>
          <p:nvPr/>
        </p:nvSpPr>
        <p:spPr>
          <a:xfrm>
            <a:off x="15257694" y="4355163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B0D7B86-F56B-E4F2-D41B-E0488D848A51}"/>
              </a:ext>
            </a:extLst>
          </p:cNvPr>
          <p:cNvSpPr/>
          <p:nvPr/>
        </p:nvSpPr>
        <p:spPr>
          <a:xfrm>
            <a:off x="15376356" y="4354431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447CB7A-F7C8-800A-8D1D-2CC1DA87F429}"/>
              </a:ext>
            </a:extLst>
          </p:cNvPr>
          <p:cNvSpPr/>
          <p:nvPr/>
        </p:nvSpPr>
        <p:spPr>
          <a:xfrm>
            <a:off x="15495467" y="4354431"/>
            <a:ext cx="18999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BEF8618-8B29-5389-F8EB-E5E3ADF13ABC}"/>
              </a:ext>
            </a:extLst>
          </p:cNvPr>
          <p:cNvSpPr/>
          <p:nvPr/>
        </p:nvSpPr>
        <p:spPr>
          <a:xfrm>
            <a:off x="15684675" y="4354206"/>
            <a:ext cx="28335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28" name="Arrow: Right 127">
            <a:extLst>
              <a:ext uri="{FF2B5EF4-FFF2-40B4-BE49-F238E27FC236}">
                <a16:creationId xmlns:a16="http://schemas.microsoft.com/office/drawing/2014/main" id="{6DD2015E-4454-08E3-0489-1FFA19F73DA5}"/>
              </a:ext>
            </a:extLst>
          </p:cNvPr>
          <p:cNvSpPr/>
          <p:nvPr/>
        </p:nvSpPr>
        <p:spPr>
          <a:xfrm>
            <a:off x="16697387" y="2114696"/>
            <a:ext cx="1332631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29" name="Arrow: Right 128">
            <a:extLst>
              <a:ext uri="{FF2B5EF4-FFF2-40B4-BE49-F238E27FC236}">
                <a16:creationId xmlns:a16="http://schemas.microsoft.com/office/drawing/2014/main" id="{FF7FF7E8-A8B9-AD0B-A492-85FBA2047614}"/>
              </a:ext>
            </a:extLst>
          </p:cNvPr>
          <p:cNvSpPr/>
          <p:nvPr/>
        </p:nvSpPr>
        <p:spPr>
          <a:xfrm>
            <a:off x="16699530" y="4603427"/>
            <a:ext cx="1332631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</p:spTree>
    <p:extLst>
      <p:ext uri="{BB962C8B-B14F-4D97-AF65-F5344CB8AC3E}">
        <p14:creationId xmlns:p14="http://schemas.microsoft.com/office/powerpoint/2010/main" val="2117628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80EA71A-7A95-6CD3-81F8-A4337E83AB98}"/>
              </a:ext>
            </a:extLst>
          </p:cNvPr>
          <p:cNvSpPr/>
          <p:nvPr/>
        </p:nvSpPr>
        <p:spPr>
          <a:xfrm>
            <a:off x="6055341" y="1797848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A2CBBA-06C7-1856-B28F-7A1E88CC001F}"/>
              </a:ext>
            </a:extLst>
          </p:cNvPr>
          <p:cNvSpPr/>
          <p:nvPr/>
        </p:nvSpPr>
        <p:spPr>
          <a:xfrm>
            <a:off x="6051314" y="4209619"/>
            <a:ext cx="4643908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8E8C72E-12BC-B1C6-C38C-25D74F941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235" y="628301"/>
            <a:ext cx="2153196" cy="61436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548EB04-4607-0EB1-B7EA-5476A3AA9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683" y="694151"/>
            <a:ext cx="2153196" cy="548510"/>
          </a:xfrm>
          <a:prstGeom prst="rect">
            <a:avLst/>
          </a:prstGeom>
        </p:spPr>
      </p:pic>
      <p:sp>
        <p:nvSpPr>
          <p:cNvPr id="35" name="Arrow: Right 34">
            <a:extLst>
              <a:ext uri="{FF2B5EF4-FFF2-40B4-BE49-F238E27FC236}">
                <a16:creationId xmlns:a16="http://schemas.microsoft.com/office/drawing/2014/main" id="{14DBEC52-478D-18AF-1C87-89CA4C4DBC24}"/>
              </a:ext>
            </a:extLst>
          </p:cNvPr>
          <p:cNvSpPr/>
          <p:nvPr/>
        </p:nvSpPr>
        <p:spPr>
          <a:xfrm>
            <a:off x="4438327" y="4639331"/>
            <a:ext cx="1592974" cy="606406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B241FFFC-09B0-EB6A-18F8-FA50ADEF3938}"/>
              </a:ext>
            </a:extLst>
          </p:cNvPr>
          <p:cNvSpPr/>
          <p:nvPr/>
        </p:nvSpPr>
        <p:spPr>
          <a:xfrm>
            <a:off x="4386435" y="2140151"/>
            <a:ext cx="1662731" cy="60640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DD9659-E282-2C68-59C3-6C31098B12E1}"/>
              </a:ext>
            </a:extLst>
          </p:cNvPr>
          <p:cNvSpPr/>
          <p:nvPr/>
        </p:nvSpPr>
        <p:spPr>
          <a:xfrm>
            <a:off x="4139499" y="2292406"/>
            <a:ext cx="305009" cy="7922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8B0427-6C29-CA7F-C7E7-30764214A2D2}"/>
              </a:ext>
            </a:extLst>
          </p:cNvPr>
          <p:cNvSpPr/>
          <p:nvPr/>
        </p:nvSpPr>
        <p:spPr>
          <a:xfrm>
            <a:off x="4133318" y="4367803"/>
            <a:ext cx="305009" cy="7261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E2485478-23D1-2FC0-6036-27B4DFAA49A3}"/>
              </a:ext>
            </a:extLst>
          </p:cNvPr>
          <p:cNvSpPr/>
          <p:nvPr/>
        </p:nvSpPr>
        <p:spPr>
          <a:xfrm>
            <a:off x="10695221" y="4603427"/>
            <a:ext cx="1326579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6FBA8BE9-F0FA-EB2C-271B-3802F9C8370C}"/>
              </a:ext>
            </a:extLst>
          </p:cNvPr>
          <p:cNvSpPr/>
          <p:nvPr/>
        </p:nvSpPr>
        <p:spPr>
          <a:xfrm>
            <a:off x="10699251" y="2111339"/>
            <a:ext cx="1332631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6F45BF-A070-B050-BBDE-AFC882A8909F}"/>
              </a:ext>
            </a:extLst>
          </p:cNvPr>
          <p:cNvSpPr txBox="1"/>
          <p:nvPr/>
        </p:nvSpPr>
        <p:spPr>
          <a:xfrm>
            <a:off x="3320078" y="1552899"/>
            <a:ext cx="2539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endParaRPr lang="zh-CN" altLang="en-US" sz="3600" b="1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1B0F3C-ECDF-E5DB-0176-F5F853CCEBF5}"/>
              </a:ext>
            </a:extLst>
          </p:cNvPr>
          <p:cNvSpPr txBox="1"/>
          <p:nvPr/>
        </p:nvSpPr>
        <p:spPr>
          <a:xfrm>
            <a:off x="3753103" y="5251841"/>
            <a:ext cx="1673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endParaRPr lang="zh-CN" altLang="en-US" sz="3600" b="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71BFD4-A9C9-FF6D-4084-527101691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39" y="3215642"/>
            <a:ext cx="914118" cy="104193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F4AC700-619F-3252-0D29-555D04B48464}"/>
              </a:ext>
            </a:extLst>
          </p:cNvPr>
          <p:cNvSpPr/>
          <p:nvPr/>
        </p:nvSpPr>
        <p:spPr>
          <a:xfrm>
            <a:off x="1849605" y="3235337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D82935-967C-E9F5-76F6-3C432FEB3896}"/>
              </a:ext>
            </a:extLst>
          </p:cNvPr>
          <p:cNvSpPr/>
          <p:nvPr/>
        </p:nvSpPr>
        <p:spPr>
          <a:xfrm>
            <a:off x="1836330" y="3897985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F0E2D6-90F5-0250-F362-DFF634A26E4A}"/>
              </a:ext>
            </a:extLst>
          </p:cNvPr>
          <p:cNvSpPr/>
          <p:nvPr/>
        </p:nvSpPr>
        <p:spPr>
          <a:xfrm>
            <a:off x="2799924" y="3235337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0DCFB4-6AAC-B0C7-E8DF-303AB89CF3EC}"/>
              </a:ext>
            </a:extLst>
          </p:cNvPr>
          <p:cNvSpPr/>
          <p:nvPr/>
        </p:nvSpPr>
        <p:spPr>
          <a:xfrm>
            <a:off x="3090353" y="3235337"/>
            <a:ext cx="34341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C5BE72E6-22D9-3EEB-26B0-A5380FA90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4899" y="1899965"/>
            <a:ext cx="914118" cy="1041938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8D15E9D8-1A55-DE7F-E73D-434834F838F9}"/>
              </a:ext>
            </a:extLst>
          </p:cNvPr>
          <p:cNvSpPr/>
          <p:nvPr/>
        </p:nvSpPr>
        <p:spPr>
          <a:xfrm>
            <a:off x="7125866" y="1919661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0591CB6-87F6-5902-73D1-8FE89C80F560}"/>
              </a:ext>
            </a:extLst>
          </p:cNvPr>
          <p:cNvSpPr/>
          <p:nvPr/>
        </p:nvSpPr>
        <p:spPr>
          <a:xfrm>
            <a:off x="7112591" y="2582308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5045461-60D8-C76B-1CE2-76ED80D7DFA0}"/>
              </a:ext>
            </a:extLst>
          </p:cNvPr>
          <p:cNvSpPr/>
          <p:nvPr/>
        </p:nvSpPr>
        <p:spPr>
          <a:xfrm>
            <a:off x="8076187" y="1919659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50ADEC3-9602-B1DE-CF2F-AC1598E18171}"/>
              </a:ext>
            </a:extLst>
          </p:cNvPr>
          <p:cNvSpPr/>
          <p:nvPr/>
        </p:nvSpPr>
        <p:spPr>
          <a:xfrm>
            <a:off x="8366617" y="1919659"/>
            <a:ext cx="34341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B856F8-9C6C-565D-B6DC-668520732F58}"/>
              </a:ext>
            </a:extLst>
          </p:cNvPr>
          <p:cNvSpPr/>
          <p:nvPr/>
        </p:nvSpPr>
        <p:spPr>
          <a:xfrm>
            <a:off x="8708815" y="1919659"/>
            <a:ext cx="57220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87191D1A-0C5C-3E96-5495-CA6E0B9731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4899" y="4347694"/>
            <a:ext cx="914118" cy="1041938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BA500687-A050-CFF5-F0BB-104CBD70265C}"/>
              </a:ext>
            </a:extLst>
          </p:cNvPr>
          <p:cNvSpPr/>
          <p:nvPr/>
        </p:nvSpPr>
        <p:spPr>
          <a:xfrm>
            <a:off x="7125866" y="4367388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000BD3E-9380-4054-936B-25CF1B28DB2B}"/>
              </a:ext>
            </a:extLst>
          </p:cNvPr>
          <p:cNvSpPr/>
          <p:nvPr/>
        </p:nvSpPr>
        <p:spPr>
          <a:xfrm>
            <a:off x="7112591" y="5030038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EA7B600-FEAD-C5D0-708C-9AD98420E398}"/>
              </a:ext>
            </a:extLst>
          </p:cNvPr>
          <p:cNvSpPr/>
          <p:nvPr/>
        </p:nvSpPr>
        <p:spPr>
          <a:xfrm>
            <a:off x="8076187" y="4367388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2FAD660-81BF-F8C2-3B86-586671EE600D}"/>
              </a:ext>
            </a:extLst>
          </p:cNvPr>
          <p:cNvSpPr/>
          <p:nvPr/>
        </p:nvSpPr>
        <p:spPr>
          <a:xfrm>
            <a:off x="8366617" y="4367388"/>
            <a:ext cx="34341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CDE751D-06E0-44FD-1EC7-53C4EC0D7DF2}"/>
              </a:ext>
            </a:extLst>
          </p:cNvPr>
          <p:cNvSpPr/>
          <p:nvPr/>
        </p:nvSpPr>
        <p:spPr>
          <a:xfrm>
            <a:off x="9232691" y="5030578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08D3C5BC-C87F-474A-47F3-C3A15A170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7628" y="1919659"/>
            <a:ext cx="914118" cy="1041938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77F29D3E-7810-DCC6-0645-F8B0BC806521}"/>
              </a:ext>
            </a:extLst>
          </p:cNvPr>
          <p:cNvSpPr/>
          <p:nvPr/>
        </p:nvSpPr>
        <p:spPr>
          <a:xfrm>
            <a:off x="13118596" y="1939354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C2E9398-418E-C139-0E11-E4F5D5B3681E}"/>
              </a:ext>
            </a:extLst>
          </p:cNvPr>
          <p:cNvSpPr/>
          <p:nvPr/>
        </p:nvSpPr>
        <p:spPr>
          <a:xfrm>
            <a:off x="13105319" y="2602004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3DCE15C-A038-DAA4-0F52-10B97343B791}"/>
              </a:ext>
            </a:extLst>
          </p:cNvPr>
          <p:cNvSpPr/>
          <p:nvPr/>
        </p:nvSpPr>
        <p:spPr>
          <a:xfrm>
            <a:off x="14068917" y="1939353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37E5533-DFC2-A475-83D1-9A50BC070A82}"/>
              </a:ext>
            </a:extLst>
          </p:cNvPr>
          <p:cNvSpPr/>
          <p:nvPr/>
        </p:nvSpPr>
        <p:spPr>
          <a:xfrm>
            <a:off x="14359345" y="1939353"/>
            <a:ext cx="34341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A82A541-C2B3-190A-A763-410BC2CA78DC}"/>
              </a:ext>
            </a:extLst>
          </p:cNvPr>
          <p:cNvSpPr/>
          <p:nvPr/>
        </p:nvSpPr>
        <p:spPr>
          <a:xfrm>
            <a:off x="14701544" y="1939353"/>
            <a:ext cx="57220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98C7E04-970B-2BB8-B059-F482E0B09174}"/>
              </a:ext>
            </a:extLst>
          </p:cNvPr>
          <p:cNvSpPr/>
          <p:nvPr/>
        </p:nvSpPr>
        <p:spPr>
          <a:xfrm>
            <a:off x="15274058" y="1940343"/>
            <a:ext cx="827197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09038FE3-6C94-1D73-8987-75F41ED6C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0907" y="4343165"/>
            <a:ext cx="914118" cy="1041938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2A1474FB-584A-F6F8-B65E-90DE2ED4F18F}"/>
              </a:ext>
            </a:extLst>
          </p:cNvPr>
          <p:cNvSpPr/>
          <p:nvPr/>
        </p:nvSpPr>
        <p:spPr>
          <a:xfrm>
            <a:off x="13131875" y="4362861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9414C54-D709-6F5B-020B-0D9F28AC8DE8}"/>
              </a:ext>
            </a:extLst>
          </p:cNvPr>
          <p:cNvSpPr/>
          <p:nvPr/>
        </p:nvSpPr>
        <p:spPr>
          <a:xfrm>
            <a:off x="13118597" y="5025510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822AD22-E4C9-78EB-5EC7-E5391C67A88A}"/>
              </a:ext>
            </a:extLst>
          </p:cNvPr>
          <p:cNvSpPr/>
          <p:nvPr/>
        </p:nvSpPr>
        <p:spPr>
          <a:xfrm>
            <a:off x="14082196" y="4362861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617DBF8-47EE-1124-D28A-B5321B68CF82}"/>
              </a:ext>
            </a:extLst>
          </p:cNvPr>
          <p:cNvSpPr/>
          <p:nvPr/>
        </p:nvSpPr>
        <p:spPr>
          <a:xfrm>
            <a:off x="14372623" y="4362861"/>
            <a:ext cx="34341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1A60877-61DE-A6C0-CABD-97D7C915ABC3}"/>
              </a:ext>
            </a:extLst>
          </p:cNvPr>
          <p:cNvSpPr/>
          <p:nvPr/>
        </p:nvSpPr>
        <p:spPr>
          <a:xfrm>
            <a:off x="15238701" y="5026051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9730209-832E-390A-055D-E96E4E400D87}"/>
              </a:ext>
            </a:extLst>
          </p:cNvPr>
          <p:cNvSpPr/>
          <p:nvPr/>
        </p:nvSpPr>
        <p:spPr>
          <a:xfrm>
            <a:off x="15357359" y="5025318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11BBDC0-A1F1-A40E-1127-2C0FA6DE9B1C}"/>
              </a:ext>
            </a:extLst>
          </p:cNvPr>
          <p:cNvSpPr/>
          <p:nvPr/>
        </p:nvSpPr>
        <p:spPr>
          <a:xfrm>
            <a:off x="797376" y="3084654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3AD2358-8E50-3215-76D3-EF416ED68C75}"/>
              </a:ext>
            </a:extLst>
          </p:cNvPr>
          <p:cNvSpPr/>
          <p:nvPr/>
        </p:nvSpPr>
        <p:spPr>
          <a:xfrm>
            <a:off x="12049163" y="1801108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62C0E26-0B19-94BB-DF31-5997EE711A15}"/>
              </a:ext>
            </a:extLst>
          </p:cNvPr>
          <p:cNvSpPr/>
          <p:nvPr/>
        </p:nvSpPr>
        <p:spPr>
          <a:xfrm>
            <a:off x="12049163" y="4209619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46EAA8-DE43-834C-33B6-FE995803D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43304" y="725207"/>
            <a:ext cx="2153197" cy="486397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7AC45547-F84B-24F8-A52B-B23DF7166095}"/>
              </a:ext>
            </a:extLst>
          </p:cNvPr>
          <p:cNvSpPr/>
          <p:nvPr/>
        </p:nvSpPr>
        <p:spPr>
          <a:xfrm>
            <a:off x="16697387" y="2114696"/>
            <a:ext cx="1332631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65162E8-F0A9-91FA-4425-DE2ED3001B27}"/>
              </a:ext>
            </a:extLst>
          </p:cNvPr>
          <p:cNvSpPr/>
          <p:nvPr/>
        </p:nvSpPr>
        <p:spPr>
          <a:xfrm>
            <a:off x="16699530" y="4603427"/>
            <a:ext cx="1332631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3242B0-39FB-9212-F0CB-7CF0B6486A6B}"/>
              </a:ext>
            </a:extLst>
          </p:cNvPr>
          <p:cNvSpPr/>
          <p:nvPr/>
        </p:nvSpPr>
        <p:spPr>
          <a:xfrm>
            <a:off x="858639" y="3215642"/>
            <a:ext cx="914118" cy="37929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02B6BD-C674-2A55-3AA3-846661745EBD}"/>
              </a:ext>
            </a:extLst>
          </p:cNvPr>
          <p:cNvSpPr/>
          <p:nvPr/>
        </p:nvSpPr>
        <p:spPr>
          <a:xfrm>
            <a:off x="6143242" y="1894388"/>
            <a:ext cx="914118" cy="37929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CC8D3DB-3BF3-42A7-C479-CB180B231F2D}"/>
              </a:ext>
            </a:extLst>
          </p:cNvPr>
          <p:cNvSpPr/>
          <p:nvPr/>
        </p:nvSpPr>
        <p:spPr>
          <a:xfrm>
            <a:off x="12140907" y="1919658"/>
            <a:ext cx="914118" cy="37929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27317C0-2D6A-672E-921E-702CA3C768CF}"/>
              </a:ext>
            </a:extLst>
          </p:cNvPr>
          <p:cNvSpPr/>
          <p:nvPr/>
        </p:nvSpPr>
        <p:spPr>
          <a:xfrm>
            <a:off x="6123045" y="5005623"/>
            <a:ext cx="914118" cy="37929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BBD997B-7C7E-B959-4A87-34AC409B4CCC}"/>
              </a:ext>
            </a:extLst>
          </p:cNvPr>
          <p:cNvSpPr/>
          <p:nvPr/>
        </p:nvSpPr>
        <p:spPr>
          <a:xfrm>
            <a:off x="12140458" y="5005622"/>
            <a:ext cx="914118" cy="37929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545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80EA71A-7A95-6CD3-81F8-A4337E83AB98}"/>
              </a:ext>
            </a:extLst>
          </p:cNvPr>
          <p:cNvSpPr/>
          <p:nvPr/>
        </p:nvSpPr>
        <p:spPr>
          <a:xfrm>
            <a:off x="6055341" y="1797848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A2CBBA-06C7-1856-B28F-7A1E88CC001F}"/>
              </a:ext>
            </a:extLst>
          </p:cNvPr>
          <p:cNvSpPr/>
          <p:nvPr/>
        </p:nvSpPr>
        <p:spPr>
          <a:xfrm>
            <a:off x="6051314" y="4209619"/>
            <a:ext cx="4643908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8E8C72E-12BC-B1C6-C38C-25D74F941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235" y="628301"/>
            <a:ext cx="2153196" cy="61436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548EB04-4607-0EB1-B7EA-5476A3AA9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683" y="694151"/>
            <a:ext cx="2153196" cy="548510"/>
          </a:xfrm>
          <a:prstGeom prst="rect">
            <a:avLst/>
          </a:prstGeom>
        </p:spPr>
      </p:pic>
      <p:sp>
        <p:nvSpPr>
          <p:cNvPr id="35" name="Arrow: Right 34">
            <a:extLst>
              <a:ext uri="{FF2B5EF4-FFF2-40B4-BE49-F238E27FC236}">
                <a16:creationId xmlns:a16="http://schemas.microsoft.com/office/drawing/2014/main" id="{14DBEC52-478D-18AF-1C87-89CA4C4DBC24}"/>
              </a:ext>
            </a:extLst>
          </p:cNvPr>
          <p:cNvSpPr/>
          <p:nvPr/>
        </p:nvSpPr>
        <p:spPr>
          <a:xfrm>
            <a:off x="4438327" y="4639331"/>
            <a:ext cx="1592974" cy="606406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B241FFFC-09B0-EB6A-18F8-FA50ADEF3938}"/>
              </a:ext>
            </a:extLst>
          </p:cNvPr>
          <p:cNvSpPr/>
          <p:nvPr/>
        </p:nvSpPr>
        <p:spPr>
          <a:xfrm>
            <a:off x="4386435" y="2140151"/>
            <a:ext cx="1662731" cy="60640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DD9659-E282-2C68-59C3-6C31098B12E1}"/>
              </a:ext>
            </a:extLst>
          </p:cNvPr>
          <p:cNvSpPr/>
          <p:nvPr/>
        </p:nvSpPr>
        <p:spPr>
          <a:xfrm>
            <a:off x="4139499" y="2292406"/>
            <a:ext cx="305009" cy="7922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8B0427-6C29-CA7F-C7E7-30764214A2D2}"/>
              </a:ext>
            </a:extLst>
          </p:cNvPr>
          <p:cNvSpPr/>
          <p:nvPr/>
        </p:nvSpPr>
        <p:spPr>
          <a:xfrm>
            <a:off x="4133318" y="4367803"/>
            <a:ext cx="305009" cy="7261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E2485478-23D1-2FC0-6036-27B4DFAA49A3}"/>
              </a:ext>
            </a:extLst>
          </p:cNvPr>
          <p:cNvSpPr/>
          <p:nvPr/>
        </p:nvSpPr>
        <p:spPr>
          <a:xfrm>
            <a:off x="10703497" y="4603427"/>
            <a:ext cx="1326579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6FBA8BE9-F0FA-EB2C-271B-3802F9C8370C}"/>
              </a:ext>
            </a:extLst>
          </p:cNvPr>
          <p:cNvSpPr/>
          <p:nvPr/>
        </p:nvSpPr>
        <p:spPr>
          <a:xfrm>
            <a:off x="10703389" y="2111339"/>
            <a:ext cx="1332631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6F45BF-A070-B050-BBDE-AFC882A8909F}"/>
              </a:ext>
            </a:extLst>
          </p:cNvPr>
          <p:cNvSpPr txBox="1"/>
          <p:nvPr/>
        </p:nvSpPr>
        <p:spPr>
          <a:xfrm>
            <a:off x="3320078" y="1552899"/>
            <a:ext cx="2539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endParaRPr lang="zh-CN" altLang="en-US" sz="3600" b="1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1B0F3C-ECDF-E5DB-0176-F5F853CCEBF5}"/>
              </a:ext>
            </a:extLst>
          </p:cNvPr>
          <p:cNvSpPr txBox="1"/>
          <p:nvPr/>
        </p:nvSpPr>
        <p:spPr>
          <a:xfrm>
            <a:off x="3753103" y="5251841"/>
            <a:ext cx="1673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endParaRPr lang="zh-CN" altLang="en-US" sz="3600" b="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71BFD4-A9C9-FF6D-4084-527101691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39" y="3215642"/>
            <a:ext cx="914118" cy="104193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F4AC700-619F-3252-0D29-555D04B48464}"/>
              </a:ext>
            </a:extLst>
          </p:cNvPr>
          <p:cNvSpPr/>
          <p:nvPr/>
        </p:nvSpPr>
        <p:spPr>
          <a:xfrm>
            <a:off x="1835038" y="3860431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D82935-967C-E9F5-76F6-3C432FEB3896}"/>
              </a:ext>
            </a:extLst>
          </p:cNvPr>
          <p:cNvSpPr/>
          <p:nvPr/>
        </p:nvSpPr>
        <p:spPr>
          <a:xfrm>
            <a:off x="1836330" y="3227424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778509-CF1B-54EC-D1B9-6D8B320D9383}"/>
              </a:ext>
            </a:extLst>
          </p:cNvPr>
          <p:cNvSpPr/>
          <p:nvPr/>
        </p:nvSpPr>
        <p:spPr>
          <a:xfrm>
            <a:off x="3956429" y="3227965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756D62-1653-329C-1AB8-5B5C9BD50950}"/>
              </a:ext>
            </a:extLst>
          </p:cNvPr>
          <p:cNvSpPr/>
          <p:nvPr/>
        </p:nvSpPr>
        <p:spPr>
          <a:xfrm>
            <a:off x="4075091" y="3227233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11BBDC0-A1F1-A40E-1127-2C0FA6DE9B1C}"/>
              </a:ext>
            </a:extLst>
          </p:cNvPr>
          <p:cNvSpPr/>
          <p:nvPr/>
        </p:nvSpPr>
        <p:spPr>
          <a:xfrm>
            <a:off x="797376" y="3084654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3AD2358-8E50-3215-76D3-EF416ED68C75}"/>
              </a:ext>
            </a:extLst>
          </p:cNvPr>
          <p:cNvSpPr/>
          <p:nvPr/>
        </p:nvSpPr>
        <p:spPr>
          <a:xfrm>
            <a:off x="12049163" y="1801108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62C0E26-0B19-94BB-DF31-5997EE711A15}"/>
              </a:ext>
            </a:extLst>
          </p:cNvPr>
          <p:cNvSpPr/>
          <p:nvPr/>
        </p:nvSpPr>
        <p:spPr>
          <a:xfrm>
            <a:off x="12049163" y="4209619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E5551155-3B68-FE8E-ACF7-2B7A39450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3550" y="682620"/>
            <a:ext cx="2153197" cy="48639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72731BF-C1E8-F43E-7A51-DE9D1FD21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6828" y="1927647"/>
            <a:ext cx="914118" cy="104193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5CF113-0F0D-7B98-1616-E925F3CB1313}"/>
              </a:ext>
            </a:extLst>
          </p:cNvPr>
          <p:cNvSpPr/>
          <p:nvPr/>
        </p:nvSpPr>
        <p:spPr>
          <a:xfrm>
            <a:off x="7093227" y="2572436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544E58-156E-079D-B730-8B9E2D1DBC21}"/>
              </a:ext>
            </a:extLst>
          </p:cNvPr>
          <p:cNvSpPr/>
          <p:nvPr/>
        </p:nvSpPr>
        <p:spPr>
          <a:xfrm>
            <a:off x="7094519" y="1939429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9513E-BCEB-9260-EEFA-858B83590A00}"/>
              </a:ext>
            </a:extLst>
          </p:cNvPr>
          <p:cNvSpPr/>
          <p:nvPr/>
        </p:nvSpPr>
        <p:spPr>
          <a:xfrm>
            <a:off x="9214618" y="1939970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90AD42-2023-1035-6E03-F11BA82F7102}"/>
              </a:ext>
            </a:extLst>
          </p:cNvPr>
          <p:cNvSpPr/>
          <p:nvPr/>
        </p:nvSpPr>
        <p:spPr>
          <a:xfrm>
            <a:off x="9333280" y="1939238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ECC5A2-050B-F2A7-1346-2A5B21618DB5}"/>
              </a:ext>
            </a:extLst>
          </p:cNvPr>
          <p:cNvSpPr/>
          <p:nvPr/>
        </p:nvSpPr>
        <p:spPr>
          <a:xfrm>
            <a:off x="9452391" y="1939238"/>
            <a:ext cx="18999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650D702-227E-CA16-4743-55B8F8C18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6126" y="4345037"/>
            <a:ext cx="914118" cy="104193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889F486-929C-DD3E-37EE-7794E6C5D7FC}"/>
              </a:ext>
            </a:extLst>
          </p:cNvPr>
          <p:cNvSpPr/>
          <p:nvPr/>
        </p:nvSpPr>
        <p:spPr>
          <a:xfrm>
            <a:off x="7112525" y="4989826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7043FD-1E4D-1AFD-CE15-A3FD54F4DD47}"/>
              </a:ext>
            </a:extLst>
          </p:cNvPr>
          <p:cNvSpPr/>
          <p:nvPr/>
        </p:nvSpPr>
        <p:spPr>
          <a:xfrm>
            <a:off x="7113817" y="4356819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8FF3CA-2F1B-C1AA-BA5C-F9798A8D61FF}"/>
              </a:ext>
            </a:extLst>
          </p:cNvPr>
          <p:cNvSpPr/>
          <p:nvPr/>
        </p:nvSpPr>
        <p:spPr>
          <a:xfrm>
            <a:off x="8062844" y="4989826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E4B7252-7E16-31C7-9277-05359ED64988}"/>
              </a:ext>
            </a:extLst>
          </p:cNvPr>
          <p:cNvSpPr/>
          <p:nvPr/>
        </p:nvSpPr>
        <p:spPr>
          <a:xfrm>
            <a:off x="9233916" y="4357360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2C300FE-C391-0A2C-0865-8959889B02DE}"/>
              </a:ext>
            </a:extLst>
          </p:cNvPr>
          <p:cNvSpPr/>
          <p:nvPr/>
        </p:nvSpPr>
        <p:spPr>
          <a:xfrm>
            <a:off x="9352578" y="4356628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87B97C40-0B45-38C7-2058-9319C32F3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9904" y="1927647"/>
            <a:ext cx="914118" cy="1041938"/>
          </a:xfrm>
          <a:prstGeom prst="rect">
            <a:avLst/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32B4F47F-AB54-F265-EFE3-3CE131ED3917}"/>
              </a:ext>
            </a:extLst>
          </p:cNvPr>
          <p:cNvSpPr/>
          <p:nvPr/>
        </p:nvSpPr>
        <p:spPr>
          <a:xfrm>
            <a:off x="13136303" y="2572436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557A48E-5E91-7BDA-3B67-6D9DFCF67C40}"/>
              </a:ext>
            </a:extLst>
          </p:cNvPr>
          <p:cNvSpPr/>
          <p:nvPr/>
        </p:nvSpPr>
        <p:spPr>
          <a:xfrm>
            <a:off x="13137595" y="1939429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12DC630-09B1-A840-023D-7C9FBE8E1641}"/>
              </a:ext>
            </a:extLst>
          </p:cNvPr>
          <p:cNvSpPr/>
          <p:nvPr/>
        </p:nvSpPr>
        <p:spPr>
          <a:xfrm>
            <a:off x="15257694" y="1939970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A6E3AF7-7080-6D3A-58E7-3DEBC8BE9ABF}"/>
              </a:ext>
            </a:extLst>
          </p:cNvPr>
          <p:cNvSpPr/>
          <p:nvPr/>
        </p:nvSpPr>
        <p:spPr>
          <a:xfrm>
            <a:off x="15376356" y="1939238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66F41BC-057E-926E-B6D4-84FB4D7D7EE8}"/>
              </a:ext>
            </a:extLst>
          </p:cNvPr>
          <p:cNvSpPr/>
          <p:nvPr/>
        </p:nvSpPr>
        <p:spPr>
          <a:xfrm>
            <a:off x="15495467" y="1939238"/>
            <a:ext cx="18999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66583B4-13E0-9399-94E8-1CA3A9A088AF}"/>
              </a:ext>
            </a:extLst>
          </p:cNvPr>
          <p:cNvSpPr/>
          <p:nvPr/>
        </p:nvSpPr>
        <p:spPr>
          <a:xfrm>
            <a:off x="15684675" y="1939013"/>
            <a:ext cx="28335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2A9AC9A0-3851-4694-FB47-47F63E871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9904" y="4342840"/>
            <a:ext cx="914118" cy="1041938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3FD46AE6-2F1B-3C65-82E5-5D7F54A0D8C9}"/>
              </a:ext>
            </a:extLst>
          </p:cNvPr>
          <p:cNvSpPr/>
          <p:nvPr/>
        </p:nvSpPr>
        <p:spPr>
          <a:xfrm>
            <a:off x="13136303" y="4987629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52A9797-F2FE-1666-2AA3-B6ECE124EF28}"/>
              </a:ext>
            </a:extLst>
          </p:cNvPr>
          <p:cNvSpPr/>
          <p:nvPr/>
        </p:nvSpPr>
        <p:spPr>
          <a:xfrm>
            <a:off x="13137595" y="4354622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C56802F-F04E-8203-6F3D-F864082E01E6}"/>
              </a:ext>
            </a:extLst>
          </p:cNvPr>
          <p:cNvSpPr/>
          <p:nvPr/>
        </p:nvSpPr>
        <p:spPr>
          <a:xfrm>
            <a:off x="14086622" y="4987629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F1DEFCF-56A4-4CF2-F482-83BD129C15CA}"/>
              </a:ext>
            </a:extLst>
          </p:cNvPr>
          <p:cNvSpPr/>
          <p:nvPr/>
        </p:nvSpPr>
        <p:spPr>
          <a:xfrm>
            <a:off x="14377051" y="4987629"/>
            <a:ext cx="34341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1CCA16C-8902-CBC4-C832-ECE8E8F7B727}"/>
              </a:ext>
            </a:extLst>
          </p:cNvPr>
          <p:cNvSpPr/>
          <p:nvPr/>
        </p:nvSpPr>
        <p:spPr>
          <a:xfrm>
            <a:off x="15257694" y="4355163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B0D7B86-F56B-E4F2-D41B-E0488D848A51}"/>
              </a:ext>
            </a:extLst>
          </p:cNvPr>
          <p:cNvSpPr/>
          <p:nvPr/>
        </p:nvSpPr>
        <p:spPr>
          <a:xfrm>
            <a:off x="15376356" y="4354431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AD098D6B-3995-3D46-2917-192E9C6AF075}"/>
              </a:ext>
            </a:extLst>
          </p:cNvPr>
          <p:cNvSpPr/>
          <p:nvPr/>
        </p:nvSpPr>
        <p:spPr>
          <a:xfrm>
            <a:off x="16697387" y="2114696"/>
            <a:ext cx="1332631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EB432C48-78F7-0A08-36D7-AE5B02D1982C}"/>
              </a:ext>
            </a:extLst>
          </p:cNvPr>
          <p:cNvSpPr/>
          <p:nvPr/>
        </p:nvSpPr>
        <p:spPr>
          <a:xfrm>
            <a:off x="16699530" y="4603427"/>
            <a:ext cx="1332631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5FE8CEC-10B8-6860-47EC-3351DB1F5211}"/>
              </a:ext>
            </a:extLst>
          </p:cNvPr>
          <p:cNvSpPr/>
          <p:nvPr/>
        </p:nvSpPr>
        <p:spPr>
          <a:xfrm>
            <a:off x="858639" y="3215642"/>
            <a:ext cx="914118" cy="37929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821F130B-4B28-F808-FFAF-13F3A5BAA45E}"/>
              </a:ext>
            </a:extLst>
          </p:cNvPr>
          <p:cNvSpPr/>
          <p:nvPr/>
        </p:nvSpPr>
        <p:spPr>
          <a:xfrm>
            <a:off x="6126202" y="1917108"/>
            <a:ext cx="914118" cy="37929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95E64C8-6672-AC86-BDEE-E67F9F93EBBB}"/>
              </a:ext>
            </a:extLst>
          </p:cNvPr>
          <p:cNvSpPr/>
          <p:nvPr/>
        </p:nvSpPr>
        <p:spPr>
          <a:xfrm>
            <a:off x="12163627" y="1919658"/>
            <a:ext cx="914118" cy="37929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8D4A864-AE8F-A497-282F-477F56F0089E}"/>
              </a:ext>
            </a:extLst>
          </p:cNvPr>
          <p:cNvSpPr/>
          <p:nvPr/>
        </p:nvSpPr>
        <p:spPr>
          <a:xfrm>
            <a:off x="6134405" y="4994263"/>
            <a:ext cx="914118" cy="37929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328131B-DA11-9C8C-4D93-639DE0D3ECD7}"/>
              </a:ext>
            </a:extLst>
          </p:cNvPr>
          <p:cNvSpPr/>
          <p:nvPr/>
        </p:nvSpPr>
        <p:spPr>
          <a:xfrm>
            <a:off x="12163178" y="5005622"/>
            <a:ext cx="914118" cy="37929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853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80EA71A-7A95-6CD3-81F8-A4337E83AB98}"/>
              </a:ext>
            </a:extLst>
          </p:cNvPr>
          <p:cNvSpPr/>
          <p:nvPr/>
        </p:nvSpPr>
        <p:spPr>
          <a:xfrm>
            <a:off x="6055341" y="1797848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A2CBBA-06C7-1856-B28F-7A1E88CC001F}"/>
              </a:ext>
            </a:extLst>
          </p:cNvPr>
          <p:cNvSpPr/>
          <p:nvPr/>
        </p:nvSpPr>
        <p:spPr>
          <a:xfrm>
            <a:off x="6051314" y="4209619"/>
            <a:ext cx="4643908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8E8C72E-12BC-B1C6-C38C-25D74F941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235" y="628301"/>
            <a:ext cx="2153196" cy="61436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548EB04-4607-0EB1-B7EA-5476A3AA9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683" y="694151"/>
            <a:ext cx="2153196" cy="548510"/>
          </a:xfrm>
          <a:prstGeom prst="rect">
            <a:avLst/>
          </a:prstGeom>
        </p:spPr>
      </p:pic>
      <p:sp>
        <p:nvSpPr>
          <p:cNvPr id="35" name="Arrow: Right 34">
            <a:extLst>
              <a:ext uri="{FF2B5EF4-FFF2-40B4-BE49-F238E27FC236}">
                <a16:creationId xmlns:a16="http://schemas.microsoft.com/office/drawing/2014/main" id="{14DBEC52-478D-18AF-1C87-89CA4C4DBC24}"/>
              </a:ext>
            </a:extLst>
          </p:cNvPr>
          <p:cNvSpPr/>
          <p:nvPr/>
        </p:nvSpPr>
        <p:spPr>
          <a:xfrm>
            <a:off x="4438327" y="4639331"/>
            <a:ext cx="1592974" cy="606406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B241FFFC-09B0-EB6A-18F8-FA50ADEF3938}"/>
              </a:ext>
            </a:extLst>
          </p:cNvPr>
          <p:cNvSpPr/>
          <p:nvPr/>
        </p:nvSpPr>
        <p:spPr>
          <a:xfrm>
            <a:off x="4386435" y="2140151"/>
            <a:ext cx="1662731" cy="60640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DD9659-E282-2C68-59C3-6C31098B12E1}"/>
              </a:ext>
            </a:extLst>
          </p:cNvPr>
          <p:cNvSpPr/>
          <p:nvPr/>
        </p:nvSpPr>
        <p:spPr>
          <a:xfrm>
            <a:off x="4139499" y="2292406"/>
            <a:ext cx="305009" cy="7922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8B0427-6C29-CA7F-C7E7-30764214A2D2}"/>
              </a:ext>
            </a:extLst>
          </p:cNvPr>
          <p:cNvSpPr/>
          <p:nvPr/>
        </p:nvSpPr>
        <p:spPr>
          <a:xfrm>
            <a:off x="4133318" y="4367803"/>
            <a:ext cx="305009" cy="7261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E2485478-23D1-2FC0-6036-27B4DFAA49A3}"/>
              </a:ext>
            </a:extLst>
          </p:cNvPr>
          <p:cNvSpPr/>
          <p:nvPr/>
        </p:nvSpPr>
        <p:spPr>
          <a:xfrm>
            <a:off x="10695221" y="4603427"/>
            <a:ext cx="1326579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6FBA8BE9-F0FA-EB2C-271B-3802F9C8370C}"/>
              </a:ext>
            </a:extLst>
          </p:cNvPr>
          <p:cNvSpPr/>
          <p:nvPr/>
        </p:nvSpPr>
        <p:spPr>
          <a:xfrm>
            <a:off x="10699251" y="2111339"/>
            <a:ext cx="1332631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6F45BF-A070-B050-BBDE-AFC882A8909F}"/>
              </a:ext>
            </a:extLst>
          </p:cNvPr>
          <p:cNvSpPr txBox="1"/>
          <p:nvPr/>
        </p:nvSpPr>
        <p:spPr>
          <a:xfrm>
            <a:off x="3320078" y="1552899"/>
            <a:ext cx="2539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endParaRPr lang="zh-CN" altLang="en-US" sz="3600" b="1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1B0F3C-ECDF-E5DB-0176-F5F853CCEBF5}"/>
              </a:ext>
            </a:extLst>
          </p:cNvPr>
          <p:cNvSpPr txBox="1"/>
          <p:nvPr/>
        </p:nvSpPr>
        <p:spPr>
          <a:xfrm>
            <a:off x="3753103" y="5251841"/>
            <a:ext cx="1673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endParaRPr lang="zh-CN" altLang="en-US" sz="3600" b="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71BFD4-A9C9-FF6D-4084-527101691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39" y="3215642"/>
            <a:ext cx="914118" cy="104193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F4AC700-619F-3252-0D29-555D04B48464}"/>
              </a:ext>
            </a:extLst>
          </p:cNvPr>
          <p:cNvSpPr/>
          <p:nvPr/>
        </p:nvSpPr>
        <p:spPr>
          <a:xfrm>
            <a:off x="1849605" y="3235337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D82935-967C-E9F5-76F6-3C432FEB3896}"/>
              </a:ext>
            </a:extLst>
          </p:cNvPr>
          <p:cNvSpPr/>
          <p:nvPr/>
        </p:nvSpPr>
        <p:spPr>
          <a:xfrm>
            <a:off x="1836330" y="3897985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778509-CF1B-54EC-D1B9-6D8B320D9383}"/>
              </a:ext>
            </a:extLst>
          </p:cNvPr>
          <p:cNvSpPr/>
          <p:nvPr/>
        </p:nvSpPr>
        <p:spPr>
          <a:xfrm>
            <a:off x="3956429" y="3898526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756D62-1653-329C-1AB8-5B5C9BD50950}"/>
              </a:ext>
            </a:extLst>
          </p:cNvPr>
          <p:cNvSpPr/>
          <p:nvPr/>
        </p:nvSpPr>
        <p:spPr>
          <a:xfrm>
            <a:off x="4075091" y="3897794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C5BE72E6-22D9-3EEB-26B0-A5380FA90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4899" y="1899965"/>
            <a:ext cx="914118" cy="1041938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8D15E9D8-1A55-DE7F-E73D-434834F838F9}"/>
              </a:ext>
            </a:extLst>
          </p:cNvPr>
          <p:cNvSpPr/>
          <p:nvPr/>
        </p:nvSpPr>
        <p:spPr>
          <a:xfrm>
            <a:off x="7125866" y="1919661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0591CB6-87F6-5902-73D1-8FE89C80F560}"/>
              </a:ext>
            </a:extLst>
          </p:cNvPr>
          <p:cNvSpPr/>
          <p:nvPr/>
        </p:nvSpPr>
        <p:spPr>
          <a:xfrm>
            <a:off x="7112591" y="2582308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E8AC07F-17D5-5697-567A-2F8893EF4E37}"/>
              </a:ext>
            </a:extLst>
          </p:cNvPr>
          <p:cNvSpPr/>
          <p:nvPr/>
        </p:nvSpPr>
        <p:spPr>
          <a:xfrm>
            <a:off x="9232691" y="2582848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D86EDCA-5294-9D1C-D2AA-C62DEACF37CE}"/>
              </a:ext>
            </a:extLst>
          </p:cNvPr>
          <p:cNvSpPr/>
          <p:nvPr/>
        </p:nvSpPr>
        <p:spPr>
          <a:xfrm>
            <a:off x="9351353" y="2582116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1E89E12-31D5-4C7E-96EC-B3D2C820E404}"/>
              </a:ext>
            </a:extLst>
          </p:cNvPr>
          <p:cNvSpPr/>
          <p:nvPr/>
        </p:nvSpPr>
        <p:spPr>
          <a:xfrm>
            <a:off x="9470464" y="2582116"/>
            <a:ext cx="18999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87191D1A-0C5C-3E96-5495-CA6E0B9731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4899" y="4347694"/>
            <a:ext cx="914118" cy="1041938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BA500687-A050-CFF5-F0BB-104CBD70265C}"/>
              </a:ext>
            </a:extLst>
          </p:cNvPr>
          <p:cNvSpPr/>
          <p:nvPr/>
        </p:nvSpPr>
        <p:spPr>
          <a:xfrm>
            <a:off x="7125866" y="4367388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000BD3E-9380-4054-936B-25CF1B28DB2B}"/>
              </a:ext>
            </a:extLst>
          </p:cNvPr>
          <p:cNvSpPr/>
          <p:nvPr/>
        </p:nvSpPr>
        <p:spPr>
          <a:xfrm>
            <a:off x="7112591" y="5030038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EA7B600-FEAD-C5D0-708C-9AD98420E398}"/>
              </a:ext>
            </a:extLst>
          </p:cNvPr>
          <p:cNvSpPr/>
          <p:nvPr/>
        </p:nvSpPr>
        <p:spPr>
          <a:xfrm>
            <a:off x="8076187" y="4367388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CDE751D-06E0-44FD-1EC7-53C4EC0D7DF2}"/>
              </a:ext>
            </a:extLst>
          </p:cNvPr>
          <p:cNvSpPr/>
          <p:nvPr/>
        </p:nvSpPr>
        <p:spPr>
          <a:xfrm>
            <a:off x="9232691" y="5030578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F833CAF-C70D-0272-D8EC-263A2DC65277}"/>
              </a:ext>
            </a:extLst>
          </p:cNvPr>
          <p:cNvSpPr/>
          <p:nvPr/>
        </p:nvSpPr>
        <p:spPr>
          <a:xfrm>
            <a:off x="9351353" y="5029847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08D3C5BC-C87F-474A-47F3-C3A15A170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7628" y="1919659"/>
            <a:ext cx="914118" cy="1041938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77F29D3E-7810-DCC6-0645-F8B0BC806521}"/>
              </a:ext>
            </a:extLst>
          </p:cNvPr>
          <p:cNvSpPr/>
          <p:nvPr/>
        </p:nvSpPr>
        <p:spPr>
          <a:xfrm>
            <a:off x="13118596" y="1939354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C2E9398-418E-C139-0E11-E4F5D5B3681E}"/>
              </a:ext>
            </a:extLst>
          </p:cNvPr>
          <p:cNvSpPr/>
          <p:nvPr/>
        </p:nvSpPr>
        <p:spPr>
          <a:xfrm>
            <a:off x="13105319" y="2602004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ED6608E-B4BB-D1BB-8C96-A39C043DE447}"/>
              </a:ext>
            </a:extLst>
          </p:cNvPr>
          <p:cNvSpPr/>
          <p:nvPr/>
        </p:nvSpPr>
        <p:spPr>
          <a:xfrm>
            <a:off x="15225422" y="2602542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A43F6D0-FD98-18D4-2603-490D856F0FC0}"/>
              </a:ext>
            </a:extLst>
          </p:cNvPr>
          <p:cNvSpPr/>
          <p:nvPr/>
        </p:nvSpPr>
        <p:spPr>
          <a:xfrm>
            <a:off x="15344082" y="2601813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AAE8B3C-99B8-DD70-1F7A-14DEDB61C3F7}"/>
              </a:ext>
            </a:extLst>
          </p:cNvPr>
          <p:cNvSpPr/>
          <p:nvPr/>
        </p:nvSpPr>
        <p:spPr>
          <a:xfrm>
            <a:off x="15463192" y="2601810"/>
            <a:ext cx="18999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DC5B56C-5FB2-1CF3-71B1-B054E8D7DD5D}"/>
              </a:ext>
            </a:extLst>
          </p:cNvPr>
          <p:cNvSpPr/>
          <p:nvPr/>
        </p:nvSpPr>
        <p:spPr>
          <a:xfrm>
            <a:off x="15652400" y="2601587"/>
            <a:ext cx="28335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09038FE3-6C94-1D73-8987-75F41ED6C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0907" y="4343165"/>
            <a:ext cx="914118" cy="1041938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2A1474FB-584A-F6F8-B65E-90DE2ED4F18F}"/>
              </a:ext>
            </a:extLst>
          </p:cNvPr>
          <p:cNvSpPr/>
          <p:nvPr/>
        </p:nvSpPr>
        <p:spPr>
          <a:xfrm>
            <a:off x="13131875" y="4362861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9414C54-D709-6F5B-020B-0D9F28AC8DE8}"/>
              </a:ext>
            </a:extLst>
          </p:cNvPr>
          <p:cNvSpPr/>
          <p:nvPr/>
        </p:nvSpPr>
        <p:spPr>
          <a:xfrm>
            <a:off x="13118597" y="5025510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822AD22-E4C9-78EB-5EC7-E5391C67A88A}"/>
              </a:ext>
            </a:extLst>
          </p:cNvPr>
          <p:cNvSpPr/>
          <p:nvPr/>
        </p:nvSpPr>
        <p:spPr>
          <a:xfrm>
            <a:off x="14082196" y="4362861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617DBF8-47EE-1124-D28A-B5321B68CF82}"/>
              </a:ext>
            </a:extLst>
          </p:cNvPr>
          <p:cNvSpPr/>
          <p:nvPr/>
        </p:nvSpPr>
        <p:spPr>
          <a:xfrm>
            <a:off x="14372623" y="4362861"/>
            <a:ext cx="34341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1A60877-61DE-A6C0-CABD-97D7C915ABC3}"/>
              </a:ext>
            </a:extLst>
          </p:cNvPr>
          <p:cNvSpPr/>
          <p:nvPr/>
        </p:nvSpPr>
        <p:spPr>
          <a:xfrm>
            <a:off x="15238701" y="5026051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9730209-832E-390A-055D-E96E4E400D87}"/>
              </a:ext>
            </a:extLst>
          </p:cNvPr>
          <p:cNvSpPr/>
          <p:nvPr/>
        </p:nvSpPr>
        <p:spPr>
          <a:xfrm>
            <a:off x="15357359" y="5025318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11BBDC0-A1F1-A40E-1127-2C0FA6DE9B1C}"/>
              </a:ext>
            </a:extLst>
          </p:cNvPr>
          <p:cNvSpPr/>
          <p:nvPr/>
        </p:nvSpPr>
        <p:spPr>
          <a:xfrm>
            <a:off x="797376" y="3084654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3AD2358-8E50-3215-76D3-EF416ED68C75}"/>
              </a:ext>
            </a:extLst>
          </p:cNvPr>
          <p:cNvSpPr/>
          <p:nvPr/>
        </p:nvSpPr>
        <p:spPr>
          <a:xfrm>
            <a:off x="12049163" y="1801108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62C0E26-0B19-94BB-DF31-5997EE711A15}"/>
              </a:ext>
            </a:extLst>
          </p:cNvPr>
          <p:cNvSpPr/>
          <p:nvPr/>
        </p:nvSpPr>
        <p:spPr>
          <a:xfrm>
            <a:off x="12049163" y="4209619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E5551155-3B68-FE8E-ACF7-2B7A39450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78950" y="682620"/>
            <a:ext cx="2153197" cy="486397"/>
          </a:xfrm>
          <a:prstGeom prst="rect">
            <a:avLst/>
          </a:prstGeom>
        </p:spPr>
      </p:pic>
      <p:sp>
        <p:nvSpPr>
          <p:cNvPr id="96" name="Arrow: Right 95">
            <a:extLst>
              <a:ext uri="{FF2B5EF4-FFF2-40B4-BE49-F238E27FC236}">
                <a16:creationId xmlns:a16="http://schemas.microsoft.com/office/drawing/2014/main" id="{04F1D8FA-3CFF-2D30-B3B8-EC373A174EB2}"/>
              </a:ext>
            </a:extLst>
          </p:cNvPr>
          <p:cNvSpPr/>
          <p:nvPr/>
        </p:nvSpPr>
        <p:spPr>
          <a:xfrm>
            <a:off x="16697387" y="2114696"/>
            <a:ext cx="1332631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7" name="Arrow: Right 96">
            <a:extLst>
              <a:ext uri="{FF2B5EF4-FFF2-40B4-BE49-F238E27FC236}">
                <a16:creationId xmlns:a16="http://schemas.microsoft.com/office/drawing/2014/main" id="{1D74DDCB-49FD-8649-E816-92522997EDBA}"/>
              </a:ext>
            </a:extLst>
          </p:cNvPr>
          <p:cNvSpPr/>
          <p:nvPr/>
        </p:nvSpPr>
        <p:spPr>
          <a:xfrm>
            <a:off x="16699530" y="4603427"/>
            <a:ext cx="1332631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95EE5F9-D04B-EC33-1251-76C988E319D5}"/>
              </a:ext>
            </a:extLst>
          </p:cNvPr>
          <p:cNvSpPr/>
          <p:nvPr/>
        </p:nvSpPr>
        <p:spPr>
          <a:xfrm>
            <a:off x="858639" y="3848205"/>
            <a:ext cx="914118" cy="37929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0B21B50-5CD9-3566-AE13-8087EC421FEE}"/>
              </a:ext>
            </a:extLst>
          </p:cNvPr>
          <p:cNvSpPr/>
          <p:nvPr/>
        </p:nvSpPr>
        <p:spPr>
          <a:xfrm>
            <a:off x="6124453" y="2539477"/>
            <a:ext cx="914118" cy="37929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94D6B3-B3F4-63DD-0FD4-1685E6324E52}"/>
              </a:ext>
            </a:extLst>
          </p:cNvPr>
          <p:cNvSpPr/>
          <p:nvPr/>
        </p:nvSpPr>
        <p:spPr>
          <a:xfrm>
            <a:off x="12122118" y="2564747"/>
            <a:ext cx="914118" cy="37929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537FD1-05C9-6004-79B8-7A8A1D94DEDC}"/>
              </a:ext>
            </a:extLst>
          </p:cNvPr>
          <p:cNvSpPr/>
          <p:nvPr/>
        </p:nvSpPr>
        <p:spPr>
          <a:xfrm>
            <a:off x="6135571" y="4348008"/>
            <a:ext cx="914118" cy="37929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04DC4E6-BD89-B0F8-4E59-141F07109C6A}"/>
              </a:ext>
            </a:extLst>
          </p:cNvPr>
          <p:cNvSpPr/>
          <p:nvPr/>
        </p:nvSpPr>
        <p:spPr>
          <a:xfrm>
            <a:off x="12152984" y="4348007"/>
            <a:ext cx="914118" cy="37929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1028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80EA71A-7A95-6CD3-81F8-A4337E83AB98}"/>
              </a:ext>
            </a:extLst>
          </p:cNvPr>
          <p:cNvSpPr/>
          <p:nvPr/>
        </p:nvSpPr>
        <p:spPr>
          <a:xfrm>
            <a:off x="6055341" y="1797848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A2CBBA-06C7-1856-B28F-7A1E88CC001F}"/>
              </a:ext>
            </a:extLst>
          </p:cNvPr>
          <p:cNvSpPr/>
          <p:nvPr/>
        </p:nvSpPr>
        <p:spPr>
          <a:xfrm>
            <a:off x="6051314" y="4209619"/>
            <a:ext cx="4643908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8E8C72E-12BC-B1C6-C38C-25D74F941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235" y="628301"/>
            <a:ext cx="2153196" cy="61436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548EB04-4607-0EB1-B7EA-5476A3AA9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683" y="694151"/>
            <a:ext cx="2153196" cy="548510"/>
          </a:xfrm>
          <a:prstGeom prst="rect">
            <a:avLst/>
          </a:prstGeom>
        </p:spPr>
      </p:pic>
      <p:sp>
        <p:nvSpPr>
          <p:cNvPr id="35" name="Arrow: Right 34">
            <a:extLst>
              <a:ext uri="{FF2B5EF4-FFF2-40B4-BE49-F238E27FC236}">
                <a16:creationId xmlns:a16="http://schemas.microsoft.com/office/drawing/2014/main" id="{14DBEC52-478D-18AF-1C87-89CA4C4DBC24}"/>
              </a:ext>
            </a:extLst>
          </p:cNvPr>
          <p:cNvSpPr/>
          <p:nvPr/>
        </p:nvSpPr>
        <p:spPr>
          <a:xfrm>
            <a:off x="4438327" y="4639331"/>
            <a:ext cx="1592974" cy="606406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B241FFFC-09B0-EB6A-18F8-FA50ADEF3938}"/>
              </a:ext>
            </a:extLst>
          </p:cNvPr>
          <p:cNvSpPr/>
          <p:nvPr/>
        </p:nvSpPr>
        <p:spPr>
          <a:xfrm>
            <a:off x="4386435" y="2140151"/>
            <a:ext cx="1662731" cy="60640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DD9659-E282-2C68-59C3-6C31098B12E1}"/>
              </a:ext>
            </a:extLst>
          </p:cNvPr>
          <p:cNvSpPr/>
          <p:nvPr/>
        </p:nvSpPr>
        <p:spPr>
          <a:xfrm>
            <a:off x="4139499" y="2292406"/>
            <a:ext cx="305009" cy="7922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8B0427-6C29-CA7F-C7E7-30764214A2D2}"/>
              </a:ext>
            </a:extLst>
          </p:cNvPr>
          <p:cNvSpPr/>
          <p:nvPr/>
        </p:nvSpPr>
        <p:spPr>
          <a:xfrm>
            <a:off x="4133318" y="4367803"/>
            <a:ext cx="305009" cy="7261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E2485478-23D1-2FC0-6036-27B4DFAA49A3}"/>
              </a:ext>
            </a:extLst>
          </p:cNvPr>
          <p:cNvSpPr/>
          <p:nvPr/>
        </p:nvSpPr>
        <p:spPr>
          <a:xfrm>
            <a:off x="10695221" y="4603427"/>
            <a:ext cx="1326579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6FBA8BE9-F0FA-EB2C-271B-3802F9C8370C}"/>
              </a:ext>
            </a:extLst>
          </p:cNvPr>
          <p:cNvSpPr/>
          <p:nvPr/>
        </p:nvSpPr>
        <p:spPr>
          <a:xfrm>
            <a:off x="10699251" y="2111339"/>
            <a:ext cx="1332631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6F45BF-A070-B050-BBDE-AFC882A8909F}"/>
              </a:ext>
            </a:extLst>
          </p:cNvPr>
          <p:cNvSpPr txBox="1"/>
          <p:nvPr/>
        </p:nvSpPr>
        <p:spPr>
          <a:xfrm>
            <a:off x="3320078" y="1552899"/>
            <a:ext cx="2539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endParaRPr lang="zh-CN" altLang="en-US" sz="3600" b="1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1B0F3C-ECDF-E5DB-0176-F5F853CCEBF5}"/>
              </a:ext>
            </a:extLst>
          </p:cNvPr>
          <p:cNvSpPr txBox="1"/>
          <p:nvPr/>
        </p:nvSpPr>
        <p:spPr>
          <a:xfrm>
            <a:off x="3753103" y="5251841"/>
            <a:ext cx="1673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endParaRPr lang="zh-CN" altLang="en-US" sz="3600" b="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71BFD4-A9C9-FF6D-4084-527101691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39" y="3215642"/>
            <a:ext cx="914118" cy="104193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F4AC700-619F-3252-0D29-555D04B48464}"/>
              </a:ext>
            </a:extLst>
          </p:cNvPr>
          <p:cNvSpPr/>
          <p:nvPr/>
        </p:nvSpPr>
        <p:spPr>
          <a:xfrm>
            <a:off x="1835038" y="3860431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D82935-967C-E9F5-76F6-3C432FEB3896}"/>
              </a:ext>
            </a:extLst>
          </p:cNvPr>
          <p:cNvSpPr/>
          <p:nvPr/>
        </p:nvSpPr>
        <p:spPr>
          <a:xfrm>
            <a:off x="1836330" y="3227424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F0E2D6-90F5-0250-F362-DFF634A26E4A}"/>
              </a:ext>
            </a:extLst>
          </p:cNvPr>
          <p:cNvSpPr/>
          <p:nvPr/>
        </p:nvSpPr>
        <p:spPr>
          <a:xfrm>
            <a:off x="2785357" y="3860431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0DCFB4-6AAC-B0C7-E8DF-303AB89CF3EC}"/>
              </a:ext>
            </a:extLst>
          </p:cNvPr>
          <p:cNvSpPr/>
          <p:nvPr/>
        </p:nvSpPr>
        <p:spPr>
          <a:xfrm>
            <a:off x="3075786" y="3860431"/>
            <a:ext cx="34341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11BBDC0-A1F1-A40E-1127-2C0FA6DE9B1C}"/>
              </a:ext>
            </a:extLst>
          </p:cNvPr>
          <p:cNvSpPr/>
          <p:nvPr/>
        </p:nvSpPr>
        <p:spPr>
          <a:xfrm>
            <a:off x="797376" y="3084654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3AD2358-8E50-3215-76D3-EF416ED68C75}"/>
              </a:ext>
            </a:extLst>
          </p:cNvPr>
          <p:cNvSpPr/>
          <p:nvPr/>
        </p:nvSpPr>
        <p:spPr>
          <a:xfrm>
            <a:off x="12049163" y="1801108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62C0E26-0B19-94BB-DF31-5997EE711A15}"/>
              </a:ext>
            </a:extLst>
          </p:cNvPr>
          <p:cNvSpPr/>
          <p:nvPr/>
        </p:nvSpPr>
        <p:spPr>
          <a:xfrm>
            <a:off x="12049163" y="4209619"/>
            <a:ext cx="4639881" cy="12732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E5551155-3B68-FE8E-ACF7-2B7A39450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7050" y="682620"/>
            <a:ext cx="2153197" cy="48639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72731BF-C1E8-F43E-7A51-DE9D1FD21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6828" y="1927647"/>
            <a:ext cx="914118" cy="104193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5CF113-0F0D-7B98-1616-E925F3CB1313}"/>
              </a:ext>
            </a:extLst>
          </p:cNvPr>
          <p:cNvSpPr/>
          <p:nvPr/>
        </p:nvSpPr>
        <p:spPr>
          <a:xfrm>
            <a:off x="7093227" y="2572436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544E58-156E-079D-B730-8B9E2D1DBC21}"/>
              </a:ext>
            </a:extLst>
          </p:cNvPr>
          <p:cNvSpPr/>
          <p:nvPr/>
        </p:nvSpPr>
        <p:spPr>
          <a:xfrm>
            <a:off x="7094519" y="1939429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49C91D-C845-DD98-721A-D27CE8F25A5E}"/>
              </a:ext>
            </a:extLst>
          </p:cNvPr>
          <p:cNvSpPr/>
          <p:nvPr/>
        </p:nvSpPr>
        <p:spPr>
          <a:xfrm>
            <a:off x="8043546" y="2572436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889FBC-EF8E-B4A0-B13A-A18E9B16963F}"/>
              </a:ext>
            </a:extLst>
          </p:cNvPr>
          <p:cNvSpPr/>
          <p:nvPr/>
        </p:nvSpPr>
        <p:spPr>
          <a:xfrm>
            <a:off x="8333975" y="2572436"/>
            <a:ext cx="34341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502213-1980-A027-C1B7-ACE858A35D83}"/>
              </a:ext>
            </a:extLst>
          </p:cNvPr>
          <p:cNvSpPr/>
          <p:nvPr/>
        </p:nvSpPr>
        <p:spPr>
          <a:xfrm>
            <a:off x="8676174" y="2572436"/>
            <a:ext cx="57220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650D702-227E-CA16-4743-55B8F8C18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6126" y="4345037"/>
            <a:ext cx="914118" cy="104193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889F486-929C-DD3E-37EE-7794E6C5D7FC}"/>
              </a:ext>
            </a:extLst>
          </p:cNvPr>
          <p:cNvSpPr/>
          <p:nvPr/>
        </p:nvSpPr>
        <p:spPr>
          <a:xfrm>
            <a:off x="7112525" y="4989826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7043FD-1E4D-1AFD-CE15-A3FD54F4DD47}"/>
              </a:ext>
            </a:extLst>
          </p:cNvPr>
          <p:cNvSpPr/>
          <p:nvPr/>
        </p:nvSpPr>
        <p:spPr>
          <a:xfrm>
            <a:off x="7113817" y="4356819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8FF3CA-2F1B-C1AA-BA5C-F9798A8D61FF}"/>
              </a:ext>
            </a:extLst>
          </p:cNvPr>
          <p:cNvSpPr/>
          <p:nvPr/>
        </p:nvSpPr>
        <p:spPr>
          <a:xfrm>
            <a:off x="8062844" y="4989826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E0590A-ED01-BCA8-9634-2579C95F8BA7}"/>
              </a:ext>
            </a:extLst>
          </p:cNvPr>
          <p:cNvSpPr/>
          <p:nvPr/>
        </p:nvSpPr>
        <p:spPr>
          <a:xfrm>
            <a:off x="8353273" y="4989826"/>
            <a:ext cx="34341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E4B7252-7E16-31C7-9277-05359ED64988}"/>
              </a:ext>
            </a:extLst>
          </p:cNvPr>
          <p:cNvSpPr/>
          <p:nvPr/>
        </p:nvSpPr>
        <p:spPr>
          <a:xfrm>
            <a:off x="9233916" y="4357360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87B97C40-0B45-38C7-2058-9319C32F3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9904" y="1927647"/>
            <a:ext cx="914118" cy="1041938"/>
          </a:xfrm>
          <a:prstGeom prst="rect">
            <a:avLst/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32B4F47F-AB54-F265-EFE3-3CE131ED3917}"/>
              </a:ext>
            </a:extLst>
          </p:cNvPr>
          <p:cNvSpPr/>
          <p:nvPr/>
        </p:nvSpPr>
        <p:spPr>
          <a:xfrm>
            <a:off x="13136303" y="2572436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557A48E-5E91-7BDA-3B67-6D9DFCF67C40}"/>
              </a:ext>
            </a:extLst>
          </p:cNvPr>
          <p:cNvSpPr/>
          <p:nvPr/>
        </p:nvSpPr>
        <p:spPr>
          <a:xfrm>
            <a:off x="13137595" y="1939429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731EB9F-FE57-8DDF-1B32-1ED76381B5C8}"/>
              </a:ext>
            </a:extLst>
          </p:cNvPr>
          <p:cNvSpPr/>
          <p:nvPr/>
        </p:nvSpPr>
        <p:spPr>
          <a:xfrm>
            <a:off x="14086622" y="2572436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D2E3030-9BB6-8A21-5EE9-4E0D005CE9EA}"/>
              </a:ext>
            </a:extLst>
          </p:cNvPr>
          <p:cNvSpPr/>
          <p:nvPr/>
        </p:nvSpPr>
        <p:spPr>
          <a:xfrm>
            <a:off x="14377051" y="2572436"/>
            <a:ext cx="34341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45D4ABE-FB84-0596-7D45-C8D8F742C41A}"/>
              </a:ext>
            </a:extLst>
          </p:cNvPr>
          <p:cNvSpPr/>
          <p:nvPr/>
        </p:nvSpPr>
        <p:spPr>
          <a:xfrm>
            <a:off x="14719250" y="2572436"/>
            <a:ext cx="572203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B90DC32-3E39-7926-3FD9-E25EBD66D628}"/>
              </a:ext>
            </a:extLst>
          </p:cNvPr>
          <p:cNvSpPr/>
          <p:nvPr/>
        </p:nvSpPr>
        <p:spPr>
          <a:xfrm>
            <a:off x="15291766" y="2573426"/>
            <a:ext cx="827197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2A9AC9A0-3851-4694-FB47-47F63E871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9904" y="4342840"/>
            <a:ext cx="914118" cy="1041938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3FD46AE6-2F1B-3C65-82E5-5D7F54A0D8C9}"/>
              </a:ext>
            </a:extLst>
          </p:cNvPr>
          <p:cNvSpPr/>
          <p:nvPr/>
        </p:nvSpPr>
        <p:spPr>
          <a:xfrm>
            <a:off x="13136303" y="4987629"/>
            <a:ext cx="950321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52A9797-F2FE-1666-2AA3-B6ECE124EF28}"/>
              </a:ext>
            </a:extLst>
          </p:cNvPr>
          <p:cNvSpPr/>
          <p:nvPr/>
        </p:nvSpPr>
        <p:spPr>
          <a:xfrm>
            <a:off x="13137595" y="4354622"/>
            <a:ext cx="2120104" cy="359596"/>
          </a:xfrm>
          <a:prstGeom prst="rect">
            <a:avLst/>
          </a:prstGeom>
          <a:solidFill>
            <a:srgbClr val="24B0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C56802F-F04E-8203-6F3D-F864082E01E6}"/>
              </a:ext>
            </a:extLst>
          </p:cNvPr>
          <p:cNvSpPr/>
          <p:nvPr/>
        </p:nvSpPr>
        <p:spPr>
          <a:xfrm>
            <a:off x="14086622" y="4987629"/>
            <a:ext cx="29042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F1DEFCF-56A4-4CF2-F482-83BD129C15CA}"/>
              </a:ext>
            </a:extLst>
          </p:cNvPr>
          <p:cNvSpPr/>
          <p:nvPr/>
        </p:nvSpPr>
        <p:spPr>
          <a:xfrm>
            <a:off x="14377051" y="4987629"/>
            <a:ext cx="343418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1CCA16C-8902-CBC4-C832-ECE8E8F7B727}"/>
              </a:ext>
            </a:extLst>
          </p:cNvPr>
          <p:cNvSpPr/>
          <p:nvPr/>
        </p:nvSpPr>
        <p:spPr>
          <a:xfrm>
            <a:off x="15257694" y="4355163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B0D7B86-F56B-E4F2-D41B-E0488D848A51}"/>
              </a:ext>
            </a:extLst>
          </p:cNvPr>
          <p:cNvSpPr/>
          <p:nvPr/>
        </p:nvSpPr>
        <p:spPr>
          <a:xfrm>
            <a:off x="15376356" y="4354431"/>
            <a:ext cx="118662" cy="359596"/>
          </a:xfrm>
          <a:prstGeom prst="rect">
            <a:avLst/>
          </a:prstGeom>
          <a:solidFill>
            <a:srgbClr val="B5E61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28" name="Arrow: Right 127">
            <a:extLst>
              <a:ext uri="{FF2B5EF4-FFF2-40B4-BE49-F238E27FC236}">
                <a16:creationId xmlns:a16="http://schemas.microsoft.com/office/drawing/2014/main" id="{6DD2015E-4454-08E3-0489-1FFA19F73DA5}"/>
              </a:ext>
            </a:extLst>
          </p:cNvPr>
          <p:cNvSpPr/>
          <p:nvPr/>
        </p:nvSpPr>
        <p:spPr>
          <a:xfrm>
            <a:off x="16697387" y="2114696"/>
            <a:ext cx="1332631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29" name="Arrow: Right 128">
            <a:extLst>
              <a:ext uri="{FF2B5EF4-FFF2-40B4-BE49-F238E27FC236}">
                <a16:creationId xmlns:a16="http://schemas.microsoft.com/office/drawing/2014/main" id="{FF7FF7E8-A8B9-AD0B-A492-85FBA2047614}"/>
              </a:ext>
            </a:extLst>
          </p:cNvPr>
          <p:cNvSpPr/>
          <p:nvPr/>
        </p:nvSpPr>
        <p:spPr>
          <a:xfrm>
            <a:off x="16699530" y="4603427"/>
            <a:ext cx="1332631" cy="60640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F9855C5-6F2B-AE92-3431-E6607421F791}"/>
              </a:ext>
            </a:extLst>
          </p:cNvPr>
          <p:cNvSpPr/>
          <p:nvPr/>
        </p:nvSpPr>
        <p:spPr>
          <a:xfrm>
            <a:off x="858639" y="3854468"/>
            <a:ext cx="914118" cy="37929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B42D2DE-5064-85D3-8032-59BA4844771E}"/>
              </a:ext>
            </a:extLst>
          </p:cNvPr>
          <p:cNvSpPr/>
          <p:nvPr/>
        </p:nvSpPr>
        <p:spPr>
          <a:xfrm>
            <a:off x="6126202" y="2562197"/>
            <a:ext cx="914118" cy="37929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F376E38-6F1D-C830-BA1F-CE92CE135DC6}"/>
              </a:ext>
            </a:extLst>
          </p:cNvPr>
          <p:cNvSpPr/>
          <p:nvPr/>
        </p:nvSpPr>
        <p:spPr>
          <a:xfrm>
            <a:off x="12163627" y="2564747"/>
            <a:ext cx="914118" cy="37929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69D1FE1-1B77-5794-D0B4-6AD890368BC8}"/>
              </a:ext>
            </a:extLst>
          </p:cNvPr>
          <p:cNvSpPr/>
          <p:nvPr/>
        </p:nvSpPr>
        <p:spPr>
          <a:xfrm>
            <a:off x="6134405" y="4342911"/>
            <a:ext cx="914118" cy="37929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B6A0377-E0B4-689A-340D-4932EB0AE176}"/>
              </a:ext>
            </a:extLst>
          </p:cNvPr>
          <p:cNvSpPr/>
          <p:nvPr/>
        </p:nvSpPr>
        <p:spPr>
          <a:xfrm>
            <a:off x="12163178" y="4354270"/>
            <a:ext cx="914118" cy="37929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181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68</TotalTime>
  <Words>12</Words>
  <Application>Microsoft Office PowerPoint</Application>
  <PresentationFormat>Custom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Shuze Liu</dc:creator>
  <cp:lastModifiedBy>Shuze Liu</cp:lastModifiedBy>
  <cp:revision>19</cp:revision>
  <dcterms:created xsi:type="dcterms:W3CDTF">2024-05-14T18:58:55Z</dcterms:created>
  <dcterms:modified xsi:type="dcterms:W3CDTF">2024-05-14T20:07:31Z</dcterms:modified>
</cp:coreProperties>
</file>